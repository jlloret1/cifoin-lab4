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2"/>
  </p:notesMasterIdLst>
  <p:handoutMasterIdLst>
    <p:handoutMasterId r:id="rId33"/>
  </p:handoutMasterIdLst>
  <p:sldIdLst>
    <p:sldId id="256" r:id="rId2"/>
    <p:sldId id="289" r:id="rId3"/>
    <p:sldId id="290" r:id="rId4"/>
    <p:sldId id="291" r:id="rId5"/>
    <p:sldId id="296" r:id="rId6"/>
    <p:sldId id="297" r:id="rId7"/>
    <p:sldId id="298" r:id="rId8"/>
    <p:sldId id="292" r:id="rId9"/>
    <p:sldId id="293" r:id="rId10"/>
    <p:sldId id="299" r:id="rId11"/>
    <p:sldId id="300" r:id="rId12"/>
    <p:sldId id="323" r:id="rId13"/>
    <p:sldId id="301" r:id="rId14"/>
    <p:sldId id="306" r:id="rId15"/>
    <p:sldId id="307" r:id="rId16"/>
    <p:sldId id="308" r:id="rId17"/>
    <p:sldId id="309" r:id="rId18"/>
    <p:sldId id="312" r:id="rId19"/>
    <p:sldId id="313" r:id="rId20"/>
    <p:sldId id="314" r:id="rId21"/>
    <p:sldId id="315" r:id="rId22"/>
    <p:sldId id="316" r:id="rId23"/>
    <p:sldId id="317" r:id="rId24"/>
    <p:sldId id="318" r:id="rId25"/>
    <p:sldId id="319" r:id="rId26"/>
    <p:sldId id="310" r:id="rId27"/>
    <p:sldId id="320" r:id="rId28"/>
    <p:sldId id="322" r:id="rId29"/>
    <p:sldId id="321" r:id="rId30"/>
    <p:sldId id="288" r:id="rId31"/>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6C1118-18C3-437E-A4E5-64321518F687}" v="18" dt="2026-06-12T13:48:19.16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21" autoAdjust="0"/>
    <p:restoredTop sz="95033" autoAdjust="0"/>
  </p:normalViewPr>
  <p:slideViewPr>
    <p:cSldViewPr>
      <p:cViewPr varScale="1">
        <p:scale>
          <a:sx n="79" d="100"/>
          <a:sy n="79" d="100"/>
        </p:scale>
        <p:origin x="1272"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me Lloret Cuñat" userId="8d81fff1-60b5-4394-8911-1110806e8849" providerId="ADAL" clId="{F9CED4FB-6977-44DC-8277-CB042269325C}"/>
    <pc:docChg chg="undo redo custSel addSld delSld modSld sldOrd">
      <pc:chgData name="Jaime Lloret Cuñat" userId="8d81fff1-60b5-4394-8911-1110806e8849" providerId="ADAL" clId="{F9CED4FB-6977-44DC-8277-CB042269325C}" dt="2026-06-12T14:12:33.966" v="2051" actId="14826"/>
      <pc:docMkLst>
        <pc:docMk/>
      </pc:docMkLst>
      <pc:sldChg chg="modSp mod">
        <pc:chgData name="Jaime Lloret Cuñat" userId="8d81fff1-60b5-4394-8911-1110806e8849" providerId="ADAL" clId="{F9CED4FB-6977-44DC-8277-CB042269325C}" dt="2026-06-12T11:21:03.731" v="90" actId="20577"/>
        <pc:sldMkLst>
          <pc:docMk/>
          <pc:sldMk cId="0" sldId="256"/>
        </pc:sldMkLst>
        <pc:spChg chg="mod">
          <ac:chgData name="Jaime Lloret Cuñat" userId="8d81fff1-60b5-4394-8911-1110806e8849" providerId="ADAL" clId="{F9CED4FB-6977-44DC-8277-CB042269325C}" dt="2026-06-12T11:21:03.731" v="90" actId="20577"/>
          <ac:spMkLst>
            <pc:docMk/>
            <pc:sldMk cId="0" sldId="256"/>
            <ac:spMk id="4" creationId="{00000000-0000-0000-0000-000000000000}"/>
          </ac:spMkLst>
        </pc:spChg>
      </pc:sldChg>
      <pc:sldChg chg="addSp delSp modSp mod">
        <pc:chgData name="Jaime Lloret Cuñat" userId="8d81fff1-60b5-4394-8911-1110806e8849" providerId="ADAL" clId="{F9CED4FB-6977-44DC-8277-CB042269325C}" dt="2026-06-12T14:00:07.427" v="1865" actId="2711"/>
        <pc:sldMkLst>
          <pc:docMk/>
          <pc:sldMk cId="730501311" sldId="290"/>
        </pc:sldMkLst>
        <pc:spChg chg="mod">
          <ac:chgData name="Jaime Lloret Cuñat" userId="8d81fff1-60b5-4394-8911-1110806e8849" providerId="ADAL" clId="{F9CED4FB-6977-44DC-8277-CB042269325C}" dt="2026-06-12T14:00:07.427" v="1865" actId="2711"/>
          <ac:spMkLst>
            <pc:docMk/>
            <pc:sldMk cId="730501311" sldId="290"/>
            <ac:spMk id="2" creationId="{D0F8CF3B-B920-DBFC-F825-0C87B51EADA7}"/>
          </ac:spMkLst>
        </pc:spChg>
        <pc:spChg chg="add del mod">
          <ac:chgData name="Jaime Lloret Cuñat" userId="8d81fff1-60b5-4394-8911-1110806e8849" providerId="ADAL" clId="{F9CED4FB-6977-44DC-8277-CB042269325C}" dt="2026-06-12T11:20:47.355" v="37" actId="478"/>
          <ac:spMkLst>
            <pc:docMk/>
            <pc:sldMk cId="730501311" sldId="290"/>
            <ac:spMk id="7" creationId="{024B9AF7-5B09-CE7C-68D9-8620B8F4F607}"/>
          </ac:spMkLst>
        </pc:spChg>
        <pc:spChg chg="del">
          <ac:chgData name="Jaime Lloret Cuñat" userId="8d81fff1-60b5-4394-8911-1110806e8849" providerId="ADAL" clId="{F9CED4FB-6977-44DC-8277-CB042269325C}" dt="2026-06-12T11:20:04.571" v="17" actId="478"/>
          <ac:spMkLst>
            <pc:docMk/>
            <pc:sldMk cId="730501311" sldId="290"/>
            <ac:spMk id="9" creationId="{B5806D5A-9C65-5DDA-AF7C-30CC28E9C38F}"/>
          </ac:spMkLst>
        </pc:spChg>
        <pc:picChg chg="add mod">
          <ac:chgData name="Jaime Lloret Cuñat" userId="8d81fff1-60b5-4394-8911-1110806e8849" providerId="ADAL" clId="{F9CED4FB-6977-44DC-8277-CB042269325C}" dt="2026-06-12T11:20:13.246" v="23" actId="1076"/>
          <ac:picMkLst>
            <pc:docMk/>
            <pc:sldMk cId="730501311" sldId="290"/>
            <ac:picMk id="5" creationId="{179846CA-3135-F17C-30E1-A4B43673A6B4}"/>
          </ac:picMkLst>
        </pc:picChg>
        <pc:picChg chg="add mod">
          <ac:chgData name="Jaime Lloret Cuñat" userId="8d81fff1-60b5-4394-8911-1110806e8849" providerId="ADAL" clId="{F9CED4FB-6977-44DC-8277-CB042269325C}" dt="2026-06-12T11:20:48.868" v="42" actId="1076"/>
          <ac:picMkLst>
            <pc:docMk/>
            <pc:sldMk cId="730501311" sldId="290"/>
            <ac:picMk id="11" creationId="{FC4F710B-5216-BC2E-ED68-3C6031E5A8A6}"/>
          </ac:picMkLst>
        </pc:picChg>
      </pc:sldChg>
      <pc:sldChg chg="addSp delSp modSp mod">
        <pc:chgData name="Jaime Lloret Cuñat" userId="8d81fff1-60b5-4394-8911-1110806e8849" providerId="ADAL" clId="{F9CED4FB-6977-44DC-8277-CB042269325C}" dt="2026-06-12T14:00:18.010" v="1866" actId="2711"/>
        <pc:sldMkLst>
          <pc:docMk/>
          <pc:sldMk cId="1196424563" sldId="291"/>
        </pc:sldMkLst>
        <pc:spChg chg="mod">
          <ac:chgData name="Jaime Lloret Cuñat" userId="8d81fff1-60b5-4394-8911-1110806e8849" providerId="ADAL" clId="{F9CED4FB-6977-44DC-8277-CB042269325C}" dt="2026-06-12T14:00:18.010" v="1866" actId="2711"/>
          <ac:spMkLst>
            <pc:docMk/>
            <pc:sldMk cId="1196424563" sldId="291"/>
            <ac:spMk id="2" creationId="{A1BE4500-9BE4-025B-9167-E8AC6466B028}"/>
          </ac:spMkLst>
        </pc:spChg>
        <pc:spChg chg="mod">
          <ac:chgData name="Jaime Lloret Cuñat" userId="8d81fff1-60b5-4394-8911-1110806e8849" providerId="ADAL" clId="{F9CED4FB-6977-44DC-8277-CB042269325C}" dt="2026-06-12T11:25:57.269" v="110" actId="14100"/>
          <ac:spMkLst>
            <pc:docMk/>
            <pc:sldMk cId="1196424563" sldId="291"/>
            <ac:spMk id="6" creationId="{FB364273-7E07-9E83-F4A6-1AFD1AEFE243}"/>
          </ac:spMkLst>
        </pc:spChg>
        <pc:spChg chg="del mod">
          <ac:chgData name="Jaime Lloret Cuñat" userId="8d81fff1-60b5-4394-8911-1110806e8849" providerId="ADAL" clId="{F9CED4FB-6977-44DC-8277-CB042269325C}" dt="2026-06-12T11:25:23.013" v="99" actId="478"/>
          <ac:spMkLst>
            <pc:docMk/>
            <pc:sldMk cId="1196424563" sldId="291"/>
            <ac:spMk id="7" creationId="{96224819-75AC-EB82-A160-7A3DE5BF0740}"/>
          </ac:spMkLst>
        </pc:spChg>
        <pc:spChg chg="mod">
          <ac:chgData name="Jaime Lloret Cuñat" userId="8d81fff1-60b5-4394-8911-1110806e8849" providerId="ADAL" clId="{F9CED4FB-6977-44DC-8277-CB042269325C}" dt="2026-06-12T11:26:08.615" v="115" actId="14100"/>
          <ac:spMkLst>
            <pc:docMk/>
            <pc:sldMk cId="1196424563" sldId="291"/>
            <ac:spMk id="8" creationId="{8C1E968B-0AE0-37CB-7468-A50896329E70}"/>
          </ac:spMkLst>
        </pc:spChg>
        <pc:spChg chg="del">
          <ac:chgData name="Jaime Lloret Cuñat" userId="8d81fff1-60b5-4394-8911-1110806e8849" providerId="ADAL" clId="{F9CED4FB-6977-44DC-8277-CB042269325C}" dt="2026-06-12T11:22:49.318" v="91" actId="478"/>
          <ac:spMkLst>
            <pc:docMk/>
            <pc:sldMk cId="1196424563" sldId="291"/>
            <ac:spMk id="9" creationId="{89877566-4E2F-8CE5-3749-EB4B91552614}"/>
          </ac:spMkLst>
        </pc:spChg>
        <pc:spChg chg="mod">
          <ac:chgData name="Jaime Lloret Cuñat" userId="8d81fff1-60b5-4394-8911-1110806e8849" providerId="ADAL" clId="{F9CED4FB-6977-44DC-8277-CB042269325C}" dt="2026-06-12T11:27:15.977" v="142" actId="20577"/>
          <ac:spMkLst>
            <pc:docMk/>
            <pc:sldMk cId="1196424563" sldId="291"/>
            <ac:spMk id="16" creationId="{74F925C6-A9EE-0450-6CF3-EB5E905BE7E0}"/>
          </ac:spMkLst>
        </pc:spChg>
        <pc:picChg chg="add mod">
          <ac:chgData name="Jaime Lloret Cuñat" userId="8d81fff1-60b5-4394-8911-1110806e8849" providerId="ADAL" clId="{F9CED4FB-6977-44DC-8277-CB042269325C}" dt="2026-06-12T11:26:12.957" v="117" actId="1076"/>
          <ac:picMkLst>
            <pc:docMk/>
            <pc:sldMk cId="1196424563" sldId="291"/>
            <ac:picMk id="5" creationId="{56051730-9394-F624-753D-0DE79F910691}"/>
          </ac:picMkLst>
        </pc:picChg>
        <pc:picChg chg="add mod">
          <ac:chgData name="Jaime Lloret Cuñat" userId="8d81fff1-60b5-4394-8911-1110806e8849" providerId="ADAL" clId="{F9CED4FB-6977-44DC-8277-CB042269325C}" dt="2026-06-12T13:36:56.908" v="868" actId="14826"/>
          <ac:picMkLst>
            <pc:docMk/>
            <pc:sldMk cId="1196424563" sldId="291"/>
            <ac:picMk id="11" creationId="{1837B12A-E7D8-2DC9-CA63-35172CFE3A9E}"/>
          </ac:picMkLst>
        </pc:picChg>
      </pc:sldChg>
      <pc:sldChg chg="addSp delSp modSp mod">
        <pc:chgData name="Jaime Lloret Cuñat" userId="8d81fff1-60b5-4394-8911-1110806e8849" providerId="ADAL" clId="{F9CED4FB-6977-44DC-8277-CB042269325C}" dt="2026-06-12T13:59:06.564" v="1856" actId="313"/>
        <pc:sldMkLst>
          <pc:docMk/>
          <pc:sldMk cId="1203241080" sldId="292"/>
        </pc:sldMkLst>
        <pc:spChg chg="mod">
          <ac:chgData name="Jaime Lloret Cuñat" userId="8d81fff1-60b5-4394-8911-1110806e8849" providerId="ADAL" clId="{F9CED4FB-6977-44DC-8277-CB042269325C}" dt="2026-06-12T13:59:06.564" v="1856" actId="313"/>
          <ac:spMkLst>
            <pc:docMk/>
            <pc:sldMk cId="1203241080" sldId="292"/>
            <ac:spMk id="2" creationId="{35C0B36B-B4BD-C242-E1BB-26DD7AC56DB0}"/>
          </ac:spMkLst>
        </pc:spChg>
        <pc:spChg chg="del">
          <ac:chgData name="Jaime Lloret Cuñat" userId="8d81fff1-60b5-4394-8911-1110806e8849" providerId="ADAL" clId="{F9CED4FB-6977-44DC-8277-CB042269325C}" dt="2026-06-12T11:49:05.638" v="341" actId="478"/>
          <ac:spMkLst>
            <pc:docMk/>
            <pc:sldMk cId="1203241080" sldId="292"/>
            <ac:spMk id="7" creationId="{62A2AA3F-CE55-C50B-CB18-2C8D2061FDB9}"/>
          </ac:spMkLst>
        </pc:spChg>
        <pc:spChg chg="del">
          <ac:chgData name="Jaime Lloret Cuñat" userId="8d81fff1-60b5-4394-8911-1110806e8849" providerId="ADAL" clId="{F9CED4FB-6977-44DC-8277-CB042269325C}" dt="2026-06-12T11:49:03.357" v="340" actId="478"/>
          <ac:spMkLst>
            <pc:docMk/>
            <pc:sldMk cId="1203241080" sldId="292"/>
            <ac:spMk id="9" creationId="{2C44A1ED-9D94-1354-DB46-756E574E2C7E}"/>
          </ac:spMkLst>
        </pc:spChg>
        <pc:picChg chg="add mod">
          <ac:chgData name="Jaime Lloret Cuñat" userId="8d81fff1-60b5-4394-8911-1110806e8849" providerId="ADAL" clId="{F9CED4FB-6977-44DC-8277-CB042269325C}" dt="2026-06-12T11:49:10.968" v="346" actId="1076"/>
          <ac:picMkLst>
            <pc:docMk/>
            <pc:sldMk cId="1203241080" sldId="292"/>
            <ac:picMk id="5" creationId="{837BC1FF-9600-B491-E8E8-ECB79495285C}"/>
          </ac:picMkLst>
        </pc:picChg>
        <pc:picChg chg="add mod">
          <ac:chgData name="Jaime Lloret Cuñat" userId="8d81fff1-60b5-4394-8911-1110806e8849" providerId="ADAL" clId="{F9CED4FB-6977-44DC-8277-CB042269325C}" dt="2026-06-12T11:49:38.637" v="357" actId="1076"/>
          <ac:picMkLst>
            <pc:docMk/>
            <pc:sldMk cId="1203241080" sldId="292"/>
            <ac:picMk id="11" creationId="{B3F42FA1-3FC7-DF05-2CAC-1B7E818F63BE}"/>
          </ac:picMkLst>
        </pc:picChg>
      </pc:sldChg>
      <pc:sldChg chg="addSp delSp modSp mod">
        <pc:chgData name="Jaime Lloret Cuñat" userId="8d81fff1-60b5-4394-8911-1110806e8849" providerId="ADAL" clId="{F9CED4FB-6977-44DC-8277-CB042269325C}" dt="2026-06-12T11:51:39.931" v="383" actId="1076"/>
        <pc:sldMkLst>
          <pc:docMk/>
          <pc:sldMk cId="1504002157" sldId="293"/>
        </pc:sldMkLst>
        <pc:spChg chg="mod">
          <ac:chgData name="Jaime Lloret Cuñat" userId="8d81fff1-60b5-4394-8911-1110806e8849" providerId="ADAL" clId="{F9CED4FB-6977-44DC-8277-CB042269325C}" dt="2026-06-12T11:51:33.599" v="380" actId="14100"/>
          <ac:spMkLst>
            <pc:docMk/>
            <pc:sldMk cId="1504002157" sldId="293"/>
            <ac:spMk id="6" creationId="{D8C2352E-973A-F389-F6A1-D644E07F2E7E}"/>
          </ac:spMkLst>
        </pc:spChg>
        <pc:spChg chg="del">
          <ac:chgData name="Jaime Lloret Cuñat" userId="8d81fff1-60b5-4394-8911-1110806e8849" providerId="ADAL" clId="{F9CED4FB-6977-44DC-8277-CB042269325C}" dt="2026-06-12T11:50:44.274" v="371" actId="478"/>
          <ac:spMkLst>
            <pc:docMk/>
            <pc:sldMk cId="1504002157" sldId="293"/>
            <ac:spMk id="7" creationId="{792D8CBF-451B-83CB-7D64-3CD9C64B8333}"/>
          </ac:spMkLst>
        </pc:spChg>
        <pc:spChg chg="del">
          <ac:chgData name="Jaime Lloret Cuñat" userId="8d81fff1-60b5-4394-8911-1110806e8849" providerId="ADAL" clId="{F9CED4FB-6977-44DC-8277-CB042269325C}" dt="2026-06-12T11:50:20.035" v="360" actId="478"/>
          <ac:spMkLst>
            <pc:docMk/>
            <pc:sldMk cId="1504002157" sldId="293"/>
            <ac:spMk id="9" creationId="{2E0254F2-3F36-2B82-F469-33464298D91B}"/>
          </ac:spMkLst>
        </pc:spChg>
        <pc:spChg chg="mod">
          <ac:chgData name="Jaime Lloret Cuñat" userId="8d81fff1-60b5-4394-8911-1110806e8849" providerId="ADAL" clId="{F9CED4FB-6977-44DC-8277-CB042269325C}" dt="2026-06-12T11:50:07.597" v="358"/>
          <ac:spMkLst>
            <pc:docMk/>
            <pc:sldMk cId="1504002157" sldId="293"/>
            <ac:spMk id="16" creationId="{3C614703-AB72-E989-42B5-849A55E9B3E2}"/>
          </ac:spMkLst>
        </pc:spChg>
        <pc:picChg chg="add mod">
          <ac:chgData name="Jaime Lloret Cuñat" userId="8d81fff1-60b5-4394-8911-1110806e8849" providerId="ADAL" clId="{F9CED4FB-6977-44DC-8277-CB042269325C}" dt="2026-06-12T11:50:26.517" v="365" actId="14100"/>
          <ac:picMkLst>
            <pc:docMk/>
            <pc:sldMk cId="1504002157" sldId="293"/>
            <ac:picMk id="4" creationId="{361046FB-A97E-CBA4-80FC-D2BB2E60DC07}"/>
          </ac:picMkLst>
        </pc:picChg>
        <pc:picChg chg="add mod">
          <ac:chgData name="Jaime Lloret Cuñat" userId="8d81fff1-60b5-4394-8911-1110806e8849" providerId="ADAL" clId="{F9CED4FB-6977-44DC-8277-CB042269325C}" dt="2026-06-12T11:51:34.792" v="381" actId="1076"/>
          <ac:picMkLst>
            <pc:docMk/>
            <pc:sldMk cId="1504002157" sldId="293"/>
            <ac:picMk id="10" creationId="{902CB6A8-F9E1-684D-721E-EC7B5DE235A0}"/>
          </ac:picMkLst>
        </pc:picChg>
        <pc:picChg chg="add mod">
          <ac:chgData name="Jaime Lloret Cuñat" userId="8d81fff1-60b5-4394-8911-1110806e8849" providerId="ADAL" clId="{F9CED4FB-6977-44DC-8277-CB042269325C}" dt="2026-06-12T11:51:39.931" v="383" actId="1076"/>
          <ac:picMkLst>
            <pc:docMk/>
            <pc:sldMk cId="1504002157" sldId="293"/>
            <ac:picMk id="12" creationId="{C7C52A5B-0EC5-4FED-DCF6-068B790F2565}"/>
          </ac:picMkLst>
        </pc:picChg>
      </pc:sldChg>
      <pc:sldChg chg="del ord">
        <pc:chgData name="Jaime Lloret Cuñat" userId="8d81fff1-60b5-4394-8911-1110806e8849" providerId="ADAL" clId="{F9CED4FB-6977-44DC-8277-CB042269325C}" dt="2026-06-12T12:01:51.348" v="484" actId="2696"/>
        <pc:sldMkLst>
          <pc:docMk/>
          <pc:sldMk cId="3190811588" sldId="294"/>
        </pc:sldMkLst>
      </pc:sldChg>
      <pc:sldChg chg="del ord">
        <pc:chgData name="Jaime Lloret Cuñat" userId="8d81fff1-60b5-4394-8911-1110806e8849" providerId="ADAL" clId="{F9CED4FB-6977-44DC-8277-CB042269325C}" dt="2026-06-12T12:17:11.544" v="853" actId="2696"/>
        <pc:sldMkLst>
          <pc:docMk/>
          <pc:sldMk cId="708738583" sldId="295"/>
        </pc:sldMkLst>
      </pc:sldChg>
      <pc:sldChg chg="new del">
        <pc:chgData name="Jaime Lloret Cuñat" userId="8d81fff1-60b5-4394-8911-1110806e8849" providerId="ADAL" clId="{F9CED4FB-6977-44DC-8277-CB042269325C}" dt="2026-06-12T11:26:47.115" v="120" actId="2696"/>
        <pc:sldMkLst>
          <pc:docMk/>
          <pc:sldMk cId="375996235" sldId="296"/>
        </pc:sldMkLst>
      </pc:sldChg>
      <pc:sldChg chg="addSp delSp modSp add mod">
        <pc:chgData name="Jaime Lloret Cuñat" userId="8d81fff1-60b5-4394-8911-1110806e8849" providerId="ADAL" clId="{F9CED4FB-6977-44DC-8277-CB042269325C}" dt="2026-06-12T14:01:50.389" v="2036" actId="20577"/>
        <pc:sldMkLst>
          <pc:docMk/>
          <pc:sldMk cId="2306425463" sldId="296"/>
        </pc:sldMkLst>
        <pc:spChg chg="mod">
          <ac:chgData name="Jaime Lloret Cuñat" userId="8d81fff1-60b5-4394-8911-1110806e8849" providerId="ADAL" clId="{F9CED4FB-6977-44DC-8277-CB042269325C}" dt="2026-06-12T14:01:50.389" v="2036" actId="20577"/>
          <ac:spMkLst>
            <pc:docMk/>
            <pc:sldMk cId="2306425463" sldId="296"/>
            <ac:spMk id="2" creationId="{32911385-1CDF-A9E9-9CC7-B28F3BA76BCB}"/>
          </ac:spMkLst>
        </pc:spChg>
        <pc:spChg chg="mod">
          <ac:chgData name="Jaime Lloret Cuñat" userId="8d81fff1-60b5-4394-8911-1110806e8849" providerId="ADAL" clId="{F9CED4FB-6977-44DC-8277-CB042269325C}" dt="2026-06-12T11:30:52.366" v="184" actId="14100"/>
          <ac:spMkLst>
            <pc:docMk/>
            <pc:sldMk cId="2306425463" sldId="296"/>
            <ac:spMk id="6" creationId="{B692B07D-64FB-A9E2-3EEF-ABD0D1A52894}"/>
          </ac:spMkLst>
        </pc:spChg>
        <pc:spChg chg="mod">
          <ac:chgData name="Jaime Lloret Cuñat" userId="8d81fff1-60b5-4394-8911-1110806e8849" providerId="ADAL" clId="{F9CED4FB-6977-44DC-8277-CB042269325C}" dt="2026-06-12T11:30:34.886" v="179" actId="14100"/>
          <ac:spMkLst>
            <pc:docMk/>
            <pc:sldMk cId="2306425463" sldId="296"/>
            <ac:spMk id="8" creationId="{7156743E-D42E-F457-3278-4A51E56A362E}"/>
          </ac:spMkLst>
        </pc:spChg>
        <pc:spChg chg="mod">
          <ac:chgData name="Jaime Lloret Cuñat" userId="8d81fff1-60b5-4394-8911-1110806e8849" providerId="ADAL" clId="{F9CED4FB-6977-44DC-8277-CB042269325C}" dt="2026-06-12T11:27:19.631" v="145" actId="20577"/>
          <ac:spMkLst>
            <pc:docMk/>
            <pc:sldMk cId="2306425463" sldId="296"/>
            <ac:spMk id="16" creationId="{14434F37-FA8E-936A-7935-E6A1D3A41295}"/>
          </ac:spMkLst>
        </pc:spChg>
        <pc:picChg chg="del">
          <ac:chgData name="Jaime Lloret Cuñat" userId="8d81fff1-60b5-4394-8911-1110806e8849" providerId="ADAL" clId="{F9CED4FB-6977-44DC-8277-CB042269325C}" dt="2026-06-12T11:26:55.566" v="122" actId="478"/>
          <ac:picMkLst>
            <pc:docMk/>
            <pc:sldMk cId="2306425463" sldId="296"/>
            <ac:picMk id="5" creationId="{1C8AD04A-2C09-5227-B147-A22302EAC4B6}"/>
          </ac:picMkLst>
        </pc:picChg>
        <pc:picChg chg="add mod">
          <ac:chgData name="Jaime Lloret Cuñat" userId="8d81fff1-60b5-4394-8911-1110806e8849" providerId="ADAL" clId="{F9CED4FB-6977-44DC-8277-CB042269325C}" dt="2026-06-12T11:30:36.602" v="180" actId="1076"/>
          <ac:picMkLst>
            <pc:docMk/>
            <pc:sldMk cId="2306425463" sldId="296"/>
            <ac:picMk id="7" creationId="{C88B922E-F805-9A9F-7FE6-344E9CB2BA9C}"/>
          </ac:picMkLst>
        </pc:picChg>
        <pc:picChg chg="add mod">
          <ac:chgData name="Jaime Lloret Cuñat" userId="8d81fff1-60b5-4394-8911-1110806e8849" providerId="ADAL" clId="{F9CED4FB-6977-44DC-8277-CB042269325C}" dt="2026-06-12T11:30:57.453" v="185" actId="1076"/>
          <ac:picMkLst>
            <pc:docMk/>
            <pc:sldMk cId="2306425463" sldId="296"/>
            <ac:picMk id="10" creationId="{16F381D2-815A-2133-E51A-8C11C4E7E2B8}"/>
          </ac:picMkLst>
        </pc:picChg>
        <pc:picChg chg="del">
          <ac:chgData name="Jaime Lloret Cuñat" userId="8d81fff1-60b5-4394-8911-1110806e8849" providerId="ADAL" clId="{F9CED4FB-6977-44DC-8277-CB042269325C}" dt="2026-06-12T11:26:55.995" v="123" actId="478"/>
          <ac:picMkLst>
            <pc:docMk/>
            <pc:sldMk cId="2306425463" sldId="296"/>
            <ac:picMk id="11" creationId="{E000B735-73C7-3EBF-DF56-7C2E721F47FD}"/>
          </ac:picMkLst>
        </pc:picChg>
        <pc:picChg chg="add mod">
          <ac:chgData name="Jaime Lloret Cuñat" userId="8d81fff1-60b5-4394-8911-1110806e8849" providerId="ADAL" clId="{F9CED4FB-6977-44DC-8277-CB042269325C}" dt="2026-06-12T11:30:42.360" v="182" actId="1076"/>
          <ac:picMkLst>
            <pc:docMk/>
            <pc:sldMk cId="2306425463" sldId="296"/>
            <ac:picMk id="13" creationId="{66F0BCBF-E416-F16C-8297-CA8D8C093F22}"/>
          </ac:picMkLst>
        </pc:picChg>
        <pc:picChg chg="add mod">
          <ac:chgData name="Jaime Lloret Cuñat" userId="8d81fff1-60b5-4394-8911-1110806e8849" providerId="ADAL" clId="{F9CED4FB-6977-44DC-8277-CB042269325C}" dt="2026-06-12T11:30:45.417" v="183" actId="1076"/>
          <ac:picMkLst>
            <pc:docMk/>
            <pc:sldMk cId="2306425463" sldId="296"/>
            <ac:picMk id="15" creationId="{8E10AA03-DDC5-D6F9-734B-98AD3CDE117F}"/>
          </ac:picMkLst>
        </pc:picChg>
      </pc:sldChg>
      <pc:sldChg chg="addSp delSp modSp add mod ord">
        <pc:chgData name="Jaime Lloret Cuñat" userId="8d81fff1-60b5-4394-8911-1110806e8849" providerId="ADAL" clId="{F9CED4FB-6977-44DC-8277-CB042269325C}" dt="2026-06-12T13:44:03.521" v="1481" actId="20577"/>
        <pc:sldMkLst>
          <pc:docMk/>
          <pc:sldMk cId="2823359324" sldId="297"/>
        </pc:sldMkLst>
        <pc:spChg chg="mod">
          <ac:chgData name="Jaime Lloret Cuñat" userId="8d81fff1-60b5-4394-8911-1110806e8849" providerId="ADAL" clId="{F9CED4FB-6977-44DC-8277-CB042269325C}" dt="2026-06-12T13:44:03.521" v="1481" actId="20577"/>
          <ac:spMkLst>
            <pc:docMk/>
            <pc:sldMk cId="2823359324" sldId="297"/>
            <ac:spMk id="2" creationId="{42E45287-D7DB-77C3-B26A-5C3AF633A980}"/>
          </ac:spMkLst>
        </pc:spChg>
        <pc:spChg chg="mod">
          <ac:chgData name="Jaime Lloret Cuñat" userId="8d81fff1-60b5-4394-8911-1110806e8849" providerId="ADAL" clId="{F9CED4FB-6977-44DC-8277-CB042269325C}" dt="2026-06-12T11:39:46.372" v="217" actId="14100"/>
          <ac:spMkLst>
            <pc:docMk/>
            <pc:sldMk cId="2823359324" sldId="297"/>
            <ac:spMk id="6" creationId="{A57DD567-E83D-470F-98BD-CB124A78A4AC}"/>
          </ac:spMkLst>
        </pc:spChg>
        <pc:spChg chg="mod">
          <ac:chgData name="Jaime Lloret Cuñat" userId="8d81fff1-60b5-4394-8911-1110806e8849" providerId="ADAL" clId="{F9CED4FB-6977-44DC-8277-CB042269325C}" dt="2026-06-12T11:39:38.031" v="212" actId="14100"/>
          <ac:spMkLst>
            <pc:docMk/>
            <pc:sldMk cId="2823359324" sldId="297"/>
            <ac:spMk id="8" creationId="{92D09ADB-B863-9BE6-1EC8-0F9085E2F69D}"/>
          </ac:spMkLst>
        </pc:spChg>
        <pc:spChg chg="mod">
          <ac:chgData name="Jaime Lloret Cuñat" userId="8d81fff1-60b5-4394-8911-1110806e8849" providerId="ADAL" clId="{F9CED4FB-6977-44DC-8277-CB042269325C}" dt="2026-06-12T11:38:18.551" v="195" actId="20577"/>
          <ac:spMkLst>
            <pc:docMk/>
            <pc:sldMk cId="2823359324" sldId="297"/>
            <ac:spMk id="16" creationId="{B852C59B-A831-53D5-030D-0B24050602D1}"/>
          </ac:spMkLst>
        </pc:spChg>
        <pc:picChg chg="del">
          <ac:chgData name="Jaime Lloret Cuñat" userId="8d81fff1-60b5-4394-8911-1110806e8849" providerId="ADAL" clId="{F9CED4FB-6977-44DC-8277-CB042269325C}" dt="2026-06-12T11:38:19.791" v="196" actId="478"/>
          <ac:picMkLst>
            <pc:docMk/>
            <pc:sldMk cId="2823359324" sldId="297"/>
            <ac:picMk id="5" creationId="{0674C06A-820E-1D29-E52B-2B077D2B1B12}"/>
          </ac:picMkLst>
        </pc:picChg>
        <pc:picChg chg="add mod">
          <ac:chgData name="Jaime Lloret Cuñat" userId="8d81fff1-60b5-4394-8911-1110806e8849" providerId="ADAL" clId="{F9CED4FB-6977-44DC-8277-CB042269325C}" dt="2026-06-12T11:39:35.921" v="211" actId="1076"/>
          <ac:picMkLst>
            <pc:docMk/>
            <pc:sldMk cId="2823359324" sldId="297"/>
            <ac:picMk id="7" creationId="{1C32E248-E483-C695-7B9F-7E50ED9017DE}"/>
          </ac:picMkLst>
        </pc:picChg>
        <pc:picChg chg="add mod">
          <ac:chgData name="Jaime Lloret Cuñat" userId="8d81fff1-60b5-4394-8911-1110806e8849" providerId="ADAL" clId="{F9CED4FB-6977-44DC-8277-CB042269325C}" dt="2026-06-12T11:40:05.513" v="224" actId="1076"/>
          <ac:picMkLst>
            <pc:docMk/>
            <pc:sldMk cId="2823359324" sldId="297"/>
            <ac:picMk id="10" creationId="{F66BB324-0CA2-BCFD-3AA6-247D5DF7DA9A}"/>
          </ac:picMkLst>
        </pc:picChg>
        <pc:picChg chg="del">
          <ac:chgData name="Jaime Lloret Cuñat" userId="8d81fff1-60b5-4394-8911-1110806e8849" providerId="ADAL" clId="{F9CED4FB-6977-44DC-8277-CB042269325C}" dt="2026-06-12T11:38:30.448" v="203" actId="478"/>
          <ac:picMkLst>
            <pc:docMk/>
            <pc:sldMk cId="2823359324" sldId="297"/>
            <ac:picMk id="11" creationId="{4CD72C00-A70D-C246-4C65-6A9DDD33A28B}"/>
          </ac:picMkLst>
        </pc:picChg>
        <pc:picChg chg="add mod">
          <ac:chgData name="Jaime Lloret Cuñat" userId="8d81fff1-60b5-4394-8911-1110806e8849" providerId="ADAL" clId="{F9CED4FB-6977-44DC-8277-CB042269325C}" dt="2026-06-12T11:40:12.082" v="228" actId="1076"/>
          <ac:picMkLst>
            <pc:docMk/>
            <pc:sldMk cId="2823359324" sldId="297"/>
            <ac:picMk id="13" creationId="{66CC9485-5FC1-DE8B-82C8-3049154FA3AC}"/>
          </ac:picMkLst>
        </pc:picChg>
      </pc:sldChg>
      <pc:sldChg chg="addSp delSp modSp add mod ord">
        <pc:chgData name="Jaime Lloret Cuñat" userId="8d81fff1-60b5-4394-8911-1110806e8849" providerId="ADAL" clId="{F9CED4FB-6977-44DC-8277-CB042269325C}" dt="2026-06-12T13:47:34.130" v="1759" actId="20577"/>
        <pc:sldMkLst>
          <pc:docMk/>
          <pc:sldMk cId="1017005851" sldId="298"/>
        </pc:sldMkLst>
        <pc:spChg chg="mod">
          <ac:chgData name="Jaime Lloret Cuñat" userId="8d81fff1-60b5-4394-8911-1110806e8849" providerId="ADAL" clId="{F9CED4FB-6977-44DC-8277-CB042269325C}" dt="2026-06-12T13:47:34.130" v="1759" actId="20577"/>
          <ac:spMkLst>
            <pc:docMk/>
            <pc:sldMk cId="1017005851" sldId="298"/>
            <ac:spMk id="2" creationId="{7D34343E-ED2B-7B95-2285-752CABC1380C}"/>
          </ac:spMkLst>
        </pc:spChg>
        <pc:spChg chg="mod">
          <ac:chgData name="Jaime Lloret Cuñat" userId="8d81fff1-60b5-4394-8911-1110806e8849" providerId="ADAL" clId="{F9CED4FB-6977-44DC-8277-CB042269325C}" dt="2026-06-12T11:43:53.203" v="299" actId="14100"/>
          <ac:spMkLst>
            <pc:docMk/>
            <pc:sldMk cId="1017005851" sldId="298"/>
            <ac:spMk id="6" creationId="{CBB8069B-8EC9-3E57-7444-4B7E6A7F323D}"/>
          </ac:spMkLst>
        </pc:spChg>
        <pc:spChg chg="mod">
          <ac:chgData name="Jaime Lloret Cuñat" userId="8d81fff1-60b5-4394-8911-1110806e8849" providerId="ADAL" clId="{F9CED4FB-6977-44DC-8277-CB042269325C}" dt="2026-06-12T11:43:50.722" v="298" actId="14100"/>
          <ac:spMkLst>
            <pc:docMk/>
            <pc:sldMk cId="1017005851" sldId="298"/>
            <ac:spMk id="8" creationId="{FACD0109-F3F6-779E-27B6-3140A43C1521}"/>
          </ac:spMkLst>
        </pc:spChg>
        <pc:spChg chg="mod">
          <ac:chgData name="Jaime Lloret Cuñat" userId="8d81fff1-60b5-4394-8911-1110806e8849" providerId="ADAL" clId="{F9CED4FB-6977-44DC-8277-CB042269325C}" dt="2026-06-12T11:42:13.756" v="284" actId="20577"/>
          <ac:spMkLst>
            <pc:docMk/>
            <pc:sldMk cId="1017005851" sldId="298"/>
            <ac:spMk id="16" creationId="{7698103D-4980-96AD-9E02-5A42FC63C625}"/>
          </ac:spMkLst>
        </pc:spChg>
        <pc:picChg chg="add del mod">
          <ac:chgData name="Jaime Lloret Cuñat" userId="8d81fff1-60b5-4394-8911-1110806e8849" providerId="ADAL" clId="{F9CED4FB-6977-44DC-8277-CB042269325C}" dt="2026-06-12T11:44:11.116" v="301" actId="478"/>
          <ac:picMkLst>
            <pc:docMk/>
            <pc:sldMk cId="1017005851" sldId="298"/>
            <ac:picMk id="5" creationId="{CB41CC04-37FC-A5AA-D3E7-05C91D9C1F4E}"/>
          </ac:picMkLst>
        </pc:picChg>
        <pc:picChg chg="del">
          <ac:chgData name="Jaime Lloret Cuñat" userId="8d81fff1-60b5-4394-8911-1110806e8849" providerId="ADAL" clId="{F9CED4FB-6977-44DC-8277-CB042269325C}" dt="2026-06-12T11:42:00.401" v="263" actId="478"/>
          <ac:picMkLst>
            <pc:docMk/>
            <pc:sldMk cId="1017005851" sldId="298"/>
            <ac:picMk id="7" creationId="{19B5D4B4-34EF-130A-ACB3-73543FB8C24C}"/>
          </ac:picMkLst>
        </pc:picChg>
        <pc:picChg chg="del">
          <ac:chgData name="Jaime Lloret Cuñat" userId="8d81fff1-60b5-4394-8911-1110806e8849" providerId="ADAL" clId="{F9CED4FB-6977-44DC-8277-CB042269325C}" dt="2026-06-12T11:41:59.443" v="260" actId="478"/>
          <ac:picMkLst>
            <pc:docMk/>
            <pc:sldMk cId="1017005851" sldId="298"/>
            <ac:picMk id="10" creationId="{E2DF7C5B-D125-71C3-1663-3209F9E4892B}"/>
          </ac:picMkLst>
        </pc:picChg>
        <pc:picChg chg="add del mod">
          <ac:chgData name="Jaime Lloret Cuñat" userId="8d81fff1-60b5-4394-8911-1110806e8849" providerId="ADAL" clId="{F9CED4FB-6977-44DC-8277-CB042269325C}" dt="2026-06-12T11:44:26.456" v="302" actId="478"/>
          <ac:picMkLst>
            <pc:docMk/>
            <pc:sldMk cId="1017005851" sldId="298"/>
            <ac:picMk id="11" creationId="{14BB49B2-3263-E1CA-1103-95E2D36A098A}"/>
          </ac:picMkLst>
        </pc:picChg>
        <pc:picChg chg="del">
          <ac:chgData name="Jaime Lloret Cuñat" userId="8d81fff1-60b5-4394-8911-1110806e8849" providerId="ADAL" clId="{F9CED4FB-6977-44DC-8277-CB042269325C}" dt="2026-06-12T11:41:59.773" v="261" actId="478"/>
          <ac:picMkLst>
            <pc:docMk/>
            <pc:sldMk cId="1017005851" sldId="298"/>
            <ac:picMk id="13" creationId="{8944B46F-CDF4-D7B0-676C-6ABD96DD4AD3}"/>
          </ac:picMkLst>
        </pc:picChg>
        <pc:picChg chg="add del mod">
          <ac:chgData name="Jaime Lloret Cuñat" userId="8d81fff1-60b5-4394-8911-1110806e8849" providerId="ADAL" clId="{F9CED4FB-6977-44DC-8277-CB042269325C}" dt="2026-06-12T11:44:50.540" v="309" actId="478"/>
          <ac:picMkLst>
            <pc:docMk/>
            <pc:sldMk cId="1017005851" sldId="298"/>
            <ac:picMk id="14" creationId="{F384C069-FC6B-C755-B2ED-87175F138AF6}"/>
          </ac:picMkLst>
        </pc:picChg>
        <pc:picChg chg="del">
          <ac:chgData name="Jaime Lloret Cuñat" userId="8d81fff1-60b5-4394-8911-1110806e8849" providerId="ADAL" clId="{F9CED4FB-6977-44DC-8277-CB042269325C}" dt="2026-06-12T11:42:00.088" v="262" actId="478"/>
          <ac:picMkLst>
            <pc:docMk/>
            <pc:sldMk cId="1017005851" sldId="298"/>
            <ac:picMk id="15" creationId="{05917E1F-9EAD-4A01-85C4-D90ECA938F6C}"/>
          </ac:picMkLst>
        </pc:picChg>
        <pc:picChg chg="add mod">
          <ac:chgData name="Jaime Lloret Cuñat" userId="8d81fff1-60b5-4394-8911-1110806e8849" providerId="ADAL" clId="{F9CED4FB-6977-44DC-8277-CB042269325C}" dt="2026-06-12T11:44:34.018" v="308" actId="1076"/>
          <ac:picMkLst>
            <pc:docMk/>
            <pc:sldMk cId="1017005851" sldId="298"/>
            <ac:picMk id="18" creationId="{11C20E0E-B364-05B7-C9DB-6E3A53207DCD}"/>
          </ac:picMkLst>
        </pc:picChg>
        <pc:picChg chg="add mod">
          <ac:chgData name="Jaime Lloret Cuñat" userId="8d81fff1-60b5-4394-8911-1110806e8849" providerId="ADAL" clId="{F9CED4FB-6977-44DC-8277-CB042269325C}" dt="2026-06-12T11:45:54.027" v="323" actId="14100"/>
          <ac:picMkLst>
            <pc:docMk/>
            <pc:sldMk cId="1017005851" sldId="298"/>
            <ac:picMk id="20" creationId="{7611BE9F-D736-E5C9-CCB7-244F5C40C24D}"/>
          </ac:picMkLst>
        </pc:picChg>
        <pc:picChg chg="add mod">
          <ac:chgData name="Jaime Lloret Cuñat" userId="8d81fff1-60b5-4394-8911-1110806e8849" providerId="ADAL" clId="{F9CED4FB-6977-44DC-8277-CB042269325C}" dt="2026-06-12T11:46:21.890" v="334" actId="1076"/>
          <ac:picMkLst>
            <pc:docMk/>
            <pc:sldMk cId="1017005851" sldId="298"/>
            <ac:picMk id="22" creationId="{634E9699-3591-FB2D-206C-69192B5A6583}"/>
          </ac:picMkLst>
        </pc:picChg>
        <pc:picChg chg="add mod">
          <ac:chgData name="Jaime Lloret Cuñat" userId="8d81fff1-60b5-4394-8911-1110806e8849" providerId="ADAL" clId="{F9CED4FB-6977-44DC-8277-CB042269325C}" dt="2026-06-12T11:46:19.446" v="332" actId="1076"/>
          <ac:picMkLst>
            <pc:docMk/>
            <pc:sldMk cId="1017005851" sldId="298"/>
            <ac:picMk id="24" creationId="{2E8DA025-6961-F2E8-059B-889393AED68C}"/>
          </ac:picMkLst>
        </pc:picChg>
        <pc:picChg chg="add mod">
          <ac:chgData name="Jaime Lloret Cuñat" userId="8d81fff1-60b5-4394-8911-1110806e8849" providerId="ADAL" clId="{F9CED4FB-6977-44DC-8277-CB042269325C}" dt="2026-06-12T11:46:34.841" v="338" actId="1076"/>
          <ac:picMkLst>
            <pc:docMk/>
            <pc:sldMk cId="1017005851" sldId="298"/>
            <ac:picMk id="26" creationId="{3249DCE5-3C0B-A175-11FA-27749660504D}"/>
          </ac:picMkLst>
        </pc:picChg>
      </pc:sldChg>
      <pc:sldChg chg="modSp add del mod">
        <pc:chgData name="Jaime Lloret Cuñat" userId="8d81fff1-60b5-4394-8911-1110806e8849" providerId="ADAL" clId="{F9CED4FB-6977-44DC-8277-CB042269325C}" dt="2026-06-12T11:41:37.042" v="256" actId="2696"/>
        <pc:sldMkLst>
          <pc:docMk/>
          <pc:sldMk cId="1900335317" sldId="298"/>
        </pc:sldMkLst>
        <pc:spChg chg="mod">
          <ac:chgData name="Jaime Lloret Cuñat" userId="8d81fff1-60b5-4394-8911-1110806e8849" providerId="ADAL" clId="{F9CED4FB-6977-44DC-8277-CB042269325C}" dt="2026-06-12T11:40:47.823" v="255" actId="20577"/>
          <ac:spMkLst>
            <pc:docMk/>
            <pc:sldMk cId="1900335317" sldId="298"/>
            <ac:spMk id="16" creationId="{35D78A20-3AF7-571F-C71C-A0252F0E7FC9}"/>
          </ac:spMkLst>
        </pc:spChg>
      </pc:sldChg>
      <pc:sldChg chg="new del">
        <pc:chgData name="Jaime Lloret Cuñat" userId="8d81fff1-60b5-4394-8911-1110806e8849" providerId="ADAL" clId="{F9CED4FB-6977-44DC-8277-CB042269325C}" dt="2026-06-12T11:40:36.316" v="231" actId="680"/>
        <pc:sldMkLst>
          <pc:docMk/>
          <pc:sldMk cId="3547025757" sldId="298"/>
        </pc:sldMkLst>
      </pc:sldChg>
      <pc:sldChg chg="addSp delSp modSp add mod">
        <pc:chgData name="Jaime Lloret Cuñat" userId="8d81fff1-60b5-4394-8911-1110806e8849" providerId="ADAL" clId="{F9CED4FB-6977-44DC-8277-CB042269325C}" dt="2026-06-12T13:59:32.278" v="1857" actId="14100"/>
        <pc:sldMkLst>
          <pc:docMk/>
          <pc:sldMk cId="1670379240" sldId="299"/>
        </pc:sldMkLst>
        <pc:spChg chg="mod">
          <ac:chgData name="Jaime Lloret Cuñat" userId="8d81fff1-60b5-4394-8911-1110806e8849" providerId="ADAL" clId="{F9CED4FB-6977-44DC-8277-CB042269325C}" dt="2026-06-12T11:53:56.932" v="408" actId="14100"/>
          <ac:spMkLst>
            <pc:docMk/>
            <pc:sldMk cId="1670379240" sldId="299"/>
            <ac:spMk id="6" creationId="{693AD1E9-4718-C740-6248-732E5944C190}"/>
          </ac:spMkLst>
        </pc:spChg>
        <pc:spChg chg="mod">
          <ac:chgData name="Jaime Lloret Cuñat" userId="8d81fff1-60b5-4394-8911-1110806e8849" providerId="ADAL" clId="{F9CED4FB-6977-44DC-8277-CB042269325C}" dt="2026-06-12T11:53:49.229" v="403" actId="14100"/>
          <ac:spMkLst>
            <pc:docMk/>
            <pc:sldMk cId="1670379240" sldId="299"/>
            <ac:spMk id="8" creationId="{5C3A0D8E-A8A9-F0F4-08B3-13F9FC76687E}"/>
          </ac:spMkLst>
        </pc:spChg>
        <pc:spChg chg="mod">
          <ac:chgData name="Jaime Lloret Cuñat" userId="8d81fff1-60b5-4394-8911-1110806e8849" providerId="ADAL" clId="{F9CED4FB-6977-44DC-8277-CB042269325C}" dt="2026-06-12T11:52:03.355" v="385"/>
          <ac:spMkLst>
            <pc:docMk/>
            <pc:sldMk cId="1670379240" sldId="299"/>
            <ac:spMk id="16" creationId="{8C48BA2A-71FE-3128-DE60-F7ABA455DDDD}"/>
          </ac:spMkLst>
        </pc:spChg>
        <pc:picChg chg="del">
          <ac:chgData name="Jaime Lloret Cuñat" userId="8d81fff1-60b5-4394-8911-1110806e8849" providerId="ADAL" clId="{F9CED4FB-6977-44DC-8277-CB042269325C}" dt="2026-06-12T11:52:13.620" v="386" actId="478"/>
          <ac:picMkLst>
            <pc:docMk/>
            <pc:sldMk cId="1670379240" sldId="299"/>
            <ac:picMk id="4" creationId="{7AD04E5D-ACA3-7AE3-88F7-CFBA17BE58C6}"/>
          </ac:picMkLst>
        </pc:picChg>
        <pc:picChg chg="add mod">
          <ac:chgData name="Jaime Lloret Cuñat" userId="8d81fff1-60b5-4394-8911-1110806e8849" providerId="ADAL" clId="{F9CED4FB-6977-44DC-8277-CB042269325C}" dt="2026-06-12T11:53:46.875" v="402" actId="1076"/>
          <ac:picMkLst>
            <pc:docMk/>
            <pc:sldMk cId="1670379240" sldId="299"/>
            <ac:picMk id="5" creationId="{AD021F15-8059-2357-2920-011A4E641E6F}"/>
          </ac:picMkLst>
        </pc:picChg>
        <pc:picChg chg="add mod">
          <ac:chgData name="Jaime Lloret Cuñat" userId="8d81fff1-60b5-4394-8911-1110806e8849" providerId="ADAL" clId="{F9CED4FB-6977-44DC-8277-CB042269325C}" dt="2026-06-12T11:53:57.625" v="409" actId="1076"/>
          <ac:picMkLst>
            <pc:docMk/>
            <pc:sldMk cId="1670379240" sldId="299"/>
            <ac:picMk id="9" creationId="{AF8489FB-8723-61CB-810C-FB83ECDD0430}"/>
          </ac:picMkLst>
        </pc:picChg>
        <pc:picChg chg="del">
          <ac:chgData name="Jaime Lloret Cuñat" userId="8d81fff1-60b5-4394-8911-1110806e8849" providerId="ADAL" clId="{F9CED4FB-6977-44DC-8277-CB042269325C}" dt="2026-06-12T11:53:09.795" v="392" actId="478"/>
          <ac:picMkLst>
            <pc:docMk/>
            <pc:sldMk cId="1670379240" sldId="299"/>
            <ac:picMk id="10" creationId="{BC5C9EFB-C911-EEAF-548D-AD93E09D5EC1}"/>
          </ac:picMkLst>
        </pc:picChg>
        <pc:picChg chg="del">
          <ac:chgData name="Jaime Lloret Cuñat" userId="8d81fff1-60b5-4394-8911-1110806e8849" providerId="ADAL" clId="{F9CED4FB-6977-44DC-8277-CB042269325C}" dt="2026-06-12T11:53:10.079" v="393" actId="478"/>
          <ac:picMkLst>
            <pc:docMk/>
            <pc:sldMk cId="1670379240" sldId="299"/>
            <ac:picMk id="12" creationId="{AC4F2C9B-A1A2-6D27-9AF9-DA7C7E6CF5EC}"/>
          </ac:picMkLst>
        </pc:picChg>
        <pc:picChg chg="add mod">
          <ac:chgData name="Jaime Lloret Cuñat" userId="8d81fff1-60b5-4394-8911-1110806e8849" providerId="ADAL" clId="{F9CED4FB-6977-44DC-8277-CB042269325C}" dt="2026-06-12T13:59:32.278" v="1857" actId="14100"/>
          <ac:picMkLst>
            <pc:docMk/>
            <pc:sldMk cId="1670379240" sldId="299"/>
            <ac:picMk id="13" creationId="{B45801F0-5C34-2998-A050-5D25A66E450E}"/>
          </ac:picMkLst>
        </pc:picChg>
      </pc:sldChg>
      <pc:sldChg chg="addSp delSp modSp add mod">
        <pc:chgData name="Jaime Lloret Cuñat" userId="8d81fff1-60b5-4394-8911-1110806e8849" providerId="ADAL" clId="{F9CED4FB-6977-44DC-8277-CB042269325C}" dt="2026-06-12T11:55:56.829" v="441" actId="1076"/>
        <pc:sldMkLst>
          <pc:docMk/>
          <pc:sldMk cId="929267385" sldId="300"/>
        </pc:sldMkLst>
        <pc:spChg chg="mod">
          <ac:chgData name="Jaime Lloret Cuñat" userId="8d81fff1-60b5-4394-8911-1110806e8849" providerId="ADAL" clId="{F9CED4FB-6977-44DC-8277-CB042269325C}" dt="2026-06-12T11:55:18.477" v="432" actId="14100"/>
          <ac:spMkLst>
            <pc:docMk/>
            <pc:sldMk cId="929267385" sldId="300"/>
            <ac:spMk id="6" creationId="{195F5EA0-9D61-F004-5E3B-93B2E00D5D9F}"/>
          </ac:spMkLst>
        </pc:spChg>
        <pc:spChg chg="mod">
          <ac:chgData name="Jaime Lloret Cuñat" userId="8d81fff1-60b5-4394-8911-1110806e8849" providerId="ADAL" clId="{F9CED4FB-6977-44DC-8277-CB042269325C}" dt="2026-06-12T11:55:22.759" v="434" actId="14100"/>
          <ac:spMkLst>
            <pc:docMk/>
            <pc:sldMk cId="929267385" sldId="300"/>
            <ac:spMk id="8" creationId="{EC7FEFBA-4462-9D09-127C-A6A848E4234C}"/>
          </ac:spMkLst>
        </pc:spChg>
        <pc:spChg chg="mod">
          <ac:chgData name="Jaime Lloret Cuñat" userId="8d81fff1-60b5-4394-8911-1110806e8849" providerId="ADAL" clId="{F9CED4FB-6977-44DC-8277-CB042269325C}" dt="2026-06-12T11:54:46.485" v="419" actId="20577"/>
          <ac:spMkLst>
            <pc:docMk/>
            <pc:sldMk cId="929267385" sldId="300"/>
            <ac:spMk id="16" creationId="{9EE377A0-31D9-754E-0385-59280D777CF0}"/>
          </ac:spMkLst>
        </pc:spChg>
        <pc:picChg chg="add mod">
          <ac:chgData name="Jaime Lloret Cuñat" userId="8d81fff1-60b5-4394-8911-1110806e8849" providerId="ADAL" clId="{F9CED4FB-6977-44DC-8277-CB042269325C}" dt="2026-06-12T11:55:25.583" v="436" actId="1076"/>
          <ac:picMkLst>
            <pc:docMk/>
            <pc:sldMk cId="929267385" sldId="300"/>
            <ac:picMk id="4" creationId="{7D1F2331-1539-29E4-039F-E3A11B1C93E9}"/>
          </ac:picMkLst>
        </pc:picChg>
        <pc:picChg chg="del">
          <ac:chgData name="Jaime Lloret Cuñat" userId="8d81fff1-60b5-4394-8911-1110806e8849" providerId="ADAL" clId="{F9CED4FB-6977-44DC-8277-CB042269325C}" dt="2026-06-12T11:54:50.144" v="422" actId="478"/>
          <ac:picMkLst>
            <pc:docMk/>
            <pc:sldMk cId="929267385" sldId="300"/>
            <ac:picMk id="5" creationId="{609D6D2B-6AE0-9854-B6E5-6618A6C110C2}"/>
          </ac:picMkLst>
        </pc:picChg>
        <pc:picChg chg="del">
          <ac:chgData name="Jaime Lloret Cuñat" userId="8d81fff1-60b5-4394-8911-1110806e8849" providerId="ADAL" clId="{F9CED4FB-6977-44DC-8277-CB042269325C}" dt="2026-06-12T11:54:48.418" v="420" actId="478"/>
          <ac:picMkLst>
            <pc:docMk/>
            <pc:sldMk cId="929267385" sldId="300"/>
            <ac:picMk id="9" creationId="{283FD94E-FF3D-97A9-BF46-DB873C713969}"/>
          </ac:picMkLst>
        </pc:picChg>
        <pc:picChg chg="add del mod">
          <ac:chgData name="Jaime Lloret Cuñat" userId="8d81fff1-60b5-4394-8911-1110806e8849" providerId="ADAL" clId="{F9CED4FB-6977-44DC-8277-CB042269325C}" dt="2026-06-12T11:55:53.385" v="437" actId="478"/>
          <ac:picMkLst>
            <pc:docMk/>
            <pc:sldMk cId="929267385" sldId="300"/>
            <ac:picMk id="10" creationId="{F9D7453E-E4E8-DD38-5617-CCC33463D2E3}"/>
          </ac:picMkLst>
        </pc:picChg>
        <pc:picChg chg="add mod">
          <ac:chgData name="Jaime Lloret Cuñat" userId="8d81fff1-60b5-4394-8911-1110806e8849" providerId="ADAL" clId="{F9CED4FB-6977-44DC-8277-CB042269325C}" dt="2026-06-12T11:55:56.829" v="441" actId="1076"/>
          <ac:picMkLst>
            <pc:docMk/>
            <pc:sldMk cId="929267385" sldId="300"/>
            <ac:picMk id="12" creationId="{814075EA-FFD6-D5F9-1EE7-A2CF80E76EC3}"/>
          </ac:picMkLst>
        </pc:picChg>
        <pc:picChg chg="del">
          <ac:chgData name="Jaime Lloret Cuñat" userId="8d81fff1-60b5-4394-8911-1110806e8849" providerId="ADAL" clId="{F9CED4FB-6977-44DC-8277-CB042269325C}" dt="2026-06-12T11:54:48.777" v="421" actId="478"/>
          <ac:picMkLst>
            <pc:docMk/>
            <pc:sldMk cId="929267385" sldId="300"/>
            <ac:picMk id="13" creationId="{2B6DBE7E-2EC6-53DB-04F4-59F31F51936C}"/>
          </ac:picMkLst>
        </pc:picChg>
      </pc:sldChg>
      <pc:sldChg chg="addSp delSp modSp add mod">
        <pc:chgData name="Jaime Lloret Cuñat" userId="8d81fff1-60b5-4394-8911-1110806e8849" providerId="ADAL" clId="{F9CED4FB-6977-44DC-8277-CB042269325C}" dt="2026-06-12T11:57:11.042" v="474" actId="1076"/>
        <pc:sldMkLst>
          <pc:docMk/>
          <pc:sldMk cId="581924095" sldId="301"/>
        </pc:sldMkLst>
        <pc:spChg chg="mod">
          <ac:chgData name="Jaime Lloret Cuñat" userId="8d81fff1-60b5-4394-8911-1110806e8849" providerId="ADAL" clId="{F9CED4FB-6977-44DC-8277-CB042269325C}" dt="2026-06-12T11:56:24.787" v="468" actId="20577"/>
          <ac:spMkLst>
            <pc:docMk/>
            <pc:sldMk cId="581924095" sldId="301"/>
            <ac:spMk id="16" creationId="{05ADEBC5-E866-B967-BDFA-ADB5DE5AFF9B}"/>
          </ac:spMkLst>
        </pc:spChg>
        <pc:picChg chg="del">
          <ac:chgData name="Jaime Lloret Cuñat" userId="8d81fff1-60b5-4394-8911-1110806e8849" providerId="ADAL" clId="{F9CED4FB-6977-44DC-8277-CB042269325C}" dt="2026-06-12T11:56:12.208" v="443" actId="478"/>
          <ac:picMkLst>
            <pc:docMk/>
            <pc:sldMk cId="581924095" sldId="301"/>
            <ac:picMk id="4" creationId="{F38171CB-AAE1-D5D5-ECB7-67039A2BCEEB}"/>
          </ac:picMkLst>
        </pc:picChg>
        <pc:picChg chg="add mod">
          <ac:chgData name="Jaime Lloret Cuñat" userId="8d81fff1-60b5-4394-8911-1110806e8849" providerId="ADAL" clId="{F9CED4FB-6977-44DC-8277-CB042269325C}" dt="2026-06-12T11:56:17.870" v="447" actId="1076"/>
          <ac:picMkLst>
            <pc:docMk/>
            <pc:sldMk cId="581924095" sldId="301"/>
            <ac:picMk id="5" creationId="{6118FCFF-AD30-1175-BAD5-88403728C172}"/>
          </ac:picMkLst>
        </pc:picChg>
        <pc:picChg chg="add mod">
          <ac:chgData name="Jaime Lloret Cuñat" userId="8d81fff1-60b5-4394-8911-1110806e8849" providerId="ADAL" clId="{F9CED4FB-6977-44DC-8277-CB042269325C}" dt="2026-06-12T11:57:11.042" v="474" actId="1076"/>
          <ac:picMkLst>
            <pc:docMk/>
            <pc:sldMk cId="581924095" sldId="301"/>
            <ac:picMk id="9" creationId="{887EF09F-ED29-E718-B329-8D6141FCC2B0}"/>
          </ac:picMkLst>
        </pc:picChg>
        <pc:picChg chg="del">
          <ac:chgData name="Jaime Lloret Cuñat" userId="8d81fff1-60b5-4394-8911-1110806e8849" providerId="ADAL" clId="{F9CED4FB-6977-44DC-8277-CB042269325C}" dt="2026-06-12T11:56:26.699" v="469" actId="478"/>
          <ac:picMkLst>
            <pc:docMk/>
            <pc:sldMk cId="581924095" sldId="301"/>
            <ac:picMk id="12" creationId="{9B42E769-FB08-F8B5-B3D7-D02DA1A73E3F}"/>
          </ac:picMkLst>
        </pc:picChg>
      </pc:sldChg>
      <pc:sldChg chg="modSp add mod">
        <pc:chgData name="Jaime Lloret Cuñat" userId="8d81fff1-60b5-4394-8911-1110806e8849" providerId="ADAL" clId="{F9CED4FB-6977-44DC-8277-CB042269325C}" dt="2026-06-12T12:01:57.724" v="488" actId="20577"/>
        <pc:sldMkLst>
          <pc:docMk/>
          <pc:sldMk cId="3410169355" sldId="306"/>
        </pc:sldMkLst>
        <pc:spChg chg="mod">
          <ac:chgData name="Jaime Lloret Cuñat" userId="8d81fff1-60b5-4394-8911-1110806e8849" providerId="ADAL" clId="{F9CED4FB-6977-44DC-8277-CB042269325C}" dt="2026-06-12T12:01:57.724" v="488" actId="20577"/>
          <ac:spMkLst>
            <pc:docMk/>
            <pc:sldMk cId="3410169355" sldId="306"/>
            <ac:spMk id="2" creationId="{8C0A14DF-373B-3A5E-9825-3BA9155DEE54}"/>
          </ac:spMkLst>
        </pc:spChg>
      </pc:sldChg>
      <pc:sldChg chg="modSp add mod">
        <pc:chgData name="Jaime Lloret Cuñat" userId="8d81fff1-60b5-4394-8911-1110806e8849" providerId="ADAL" clId="{F9CED4FB-6977-44DC-8277-CB042269325C}" dt="2026-06-12T12:02:08.027" v="495" actId="20577"/>
        <pc:sldMkLst>
          <pc:docMk/>
          <pc:sldMk cId="1555336782" sldId="307"/>
        </pc:sldMkLst>
        <pc:spChg chg="mod">
          <ac:chgData name="Jaime Lloret Cuñat" userId="8d81fff1-60b5-4394-8911-1110806e8849" providerId="ADAL" clId="{F9CED4FB-6977-44DC-8277-CB042269325C}" dt="2026-06-12T12:02:08.027" v="495" actId="20577"/>
          <ac:spMkLst>
            <pc:docMk/>
            <pc:sldMk cId="1555336782" sldId="307"/>
            <ac:spMk id="2" creationId="{0B41BE03-560B-F33D-DD38-DB5358B27D52}"/>
          </ac:spMkLst>
        </pc:spChg>
      </pc:sldChg>
      <pc:sldChg chg="modSp add mod">
        <pc:chgData name="Jaime Lloret Cuñat" userId="8d81fff1-60b5-4394-8911-1110806e8849" providerId="ADAL" clId="{F9CED4FB-6977-44DC-8277-CB042269325C}" dt="2026-06-12T12:02:12.577" v="501" actId="20577"/>
        <pc:sldMkLst>
          <pc:docMk/>
          <pc:sldMk cId="895107564" sldId="308"/>
        </pc:sldMkLst>
        <pc:spChg chg="mod">
          <ac:chgData name="Jaime Lloret Cuñat" userId="8d81fff1-60b5-4394-8911-1110806e8849" providerId="ADAL" clId="{F9CED4FB-6977-44DC-8277-CB042269325C}" dt="2026-06-12T12:02:12.577" v="501" actId="20577"/>
          <ac:spMkLst>
            <pc:docMk/>
            <pc:sldMk cId="895107564" sldId="308"/>
            <ac:spMk id="2" creationId="{93B5D32F-0B5D-3057-B702-F5AA797D8964}"/>
          </ac:spMkLst>
        </pc:spChg>
      </pc:sldChg>
      <pc:sldChg chg="modSp add mod">
        <pc:chgData name="Jaime Lloret Cuñat" userId="8d81fff1-60b5-4394-8911-1110806e8849" providerId="ADAL" clId="{F9CED4FB-6977-44DC-8277-CB042269325C}" dt="2026-06-12T12:02:16.886" v="507" actId="20577"/>
        <pc:sldMkLst>
          <pc:docMk/>
          <pc:sldMk cId="3496386964" sldId="309"/>
        </pc:sldMkLst>
        <pc:spChg chg="mod">
          <ac:chgData name="Jaime Lloret Cuñat" userId="8d81fff1-60b5-4394-8911-1110806e8849" providerId="ADAL" clId="{F9CED4FB-6977-44DC-8277-CB042269325C}" dt="2026-06-12T12:02:16.886" v="507" actId="20577"/>
          <ac:spMkLst>
            <pc:docMk/>
            <pc:sldMk cId="3496386964" sldId="309"/>
            <ac:spMk id="2" creationId="{2C4E87C3-F7FC-B23F-1C9B-5D272854A7E8}"/>
          </ac:spMkLst>
        </pc:spChg>
      </pc:sldChg>
      <pc:sldChg chg="modSp add mod">
        <pc:chgData name="Jaime Lloret Cuñat" userId="8d81fff1-60b5-4394-8911-1110806e8849" providerId="ADAL" clId="{F9CED4FB-6977-44DC-8277-CB042269325C}" dt="2026-06-12T12:12:53.325" v="755" actId="20577"/>
        <pc:sldMkLst>
          <pc:docMk/>
          <pc:sldMk cId="714812308" sldId="310"/>
        </pc:sldMkLst>
        <pc:spChg chg="mod">
          <ac:chgData name="Jaime Lloret Cuñat" userId="8d81fff1-60b5-4394-8911-1110806e8849" providerId="ADAL" clId="{F9CED4FB-6977-44DC-8277-CB042269325C}" dt="2026-06-12T12:12:53.325" v="755" actId="20577"/>
          <ac:spMkLst>
            <pc:docMk/>
            <pc:sldMk cId="714812308" sldId="310"/>
            <ac:spMk id="2" creationId="{CDA54699-90AE-0D74-7B49-D245BAB308C7}"/>
          </ac:spMkLst>
        </pc:spChg>
        <pc:spChg chg="mod">
          <ac:chgData name="Jaime Lloret Cuñat" userId="8d81fff1-60b5-4394-8911-1110806e8849" providerId="ADAL" clId="{F9CED4FB-6977-44DC-8277-CB042269325C}" dt="2026-06-12T12:12:14.203" v="728" actId="20577"/>
          <ac:spMkLst>
            <pc:docMk/>
            <pc:sldMk cId="714812308" sldId="310"/>
            <ac:spMk id="16" creationId="{DD1B3F14-56C9-9E35-6F8C-1C4FFC23CDB8}"/>
          </ac:spMkLst>
        </pc:spChg>
        <pc:picChg chg="mod">
          <ac:chgData name="Jaime Lloret Cuñat" userId="8d81fff1-60b5-4394-8911-1110806e8849" providerId="ADAL" clId="{F9CED4FB-6977-44DC-8277-CB042269325C}" dt="2026-06-12T12:12:35.158" v="737" actId="14100"/>
          <ac:picMkLst>
            <pc:docMk/>
            <pc:sldMk cId="714812308" sldId="310"/>
            <ac:picMk id="7" creationId="{616077F7-03A1-608E-AAD7-4507100343C4}"/>
          </ac:picMkLst>
        </pc:picChg>
      </pc:sldChg>
      <pc:sldChg chg="addSp delSp modSp add mod">
        <pc:chgData name="Jaime Lloret Cuñat" userId="8d81fff1-60b5-4394-8911-1110806e8849" providerId="ADAL" clId="{F9CED4FB-6977-44DC-8277-CB042269325C}" dt="2026-06-12T14:12:33.966" v="2051" actId="14826"/>
        <pc:sldMkLst>
          <pc:docMk/>
          <pc:sldMk cId="2405041716" sldId="312"/>
        </pc:sldMkLst>
        <pc:spChg chg="mod">
          <ac:chgData name="Jaime Lloret Cuñat" userId="8d81fff1-60b5-4394-8911-1110806e8849" providerId="ADAL" clId="{F9CED4FB-6977-44DC-8277-CB042269325C}" dt="2026-06-12T12:06:48.146" v="572" actId="20577"/>
          <ac:spMkLst>
            <pc:docMk/>
            <pc:sldMk cId="2405041716" sldId="312"/>
            <ac:spMk id="2" creationId="{0731381B-C0B4-D430-BD63-748990A301A4}"/>
          </ac:spMkLst>
        </pc:spChg>
        <pc:spChg chg="mod">
          <ac:chgData name="Jaime Lloret Cuñat" userId="8d81fff1-60b5-4394-8911-1110806e8849" providerId="ADAL" clId="{F9CED4FB-6977-44DC-8277-CB042269325C}" dt="2026-06-12T12:08:47.465" v="658" actId="20577"/>
          <ac:spMkLst>
            <pc:docMk/>
            <pc:sldMk cId="2405041716" sldId="312"/>
            <ac:spMk id="16" creationId="{2DD4786C-A678-1043-E7EA-DD99FA816DE2}"/>
          </ac:spMkLst>
        </pc:spChg>
        <pc:picChg chg="add mod">
          <ac:chgData name="Jaime Lloret Cuñat" userId="8d81fff1-60b5-4394-8911-1110806e8849" providerId="ADAL" clId="{F9CED4FB-6977-44DC-8277-CB042269325C}" dt="2026-06-12T14:12:15.199" v="2048" actId="1076"/>
          <ac:picMkLst>
            <pc:docMk/>
            <pc:sldMk cId="2405041716" sldId="312"/>
            <ac:picMk id="5" creationId="{75AE2057-30A8-614E-FA6B-FDF700D47277}"/>
          </ac:picMkLst>
        </pc:picChg>
        <pc:picChg chg="del">
          <ac:chgData name="Jaime Lloret Cuñat" userId="8d81fff1-60b5-4394-8911-1110806e8849" providerId="ADAL" clId="{F9CED4FB-6977-44DC-8277-CB042269325C}" dt="2026-06-12T12:04:30.562" v="508" actId="478"/>
          <ac:picMkLst>
            <pc:docMk/>
            <pc:sldMk cId="2405041716" sldId="312"/>
            <ac:picMk id="5" creationId="{BAFF11D0-5A1E-03D1-1D64-03D84616F25B}"/>
          </ac:picMkLst>
        </pc:picChg>
        <pc:picChg chg="mod">
          <ac:chgData name="Jaime Lloret Cuñat" userId="8d81fff1-60b5-4394-8911-1110806e8849" providerId="ADAL" clId="{F9CED4FB-6977-44DC-8277-CB042269325C}" dt="2026-06-12T14:12:17.955" v="2050" actId="1076"/>
          <ac:picMkLst>
            <pc:docMk/>
            <pc:sldMk cId="2405041716" sldId="312"/>
            <ac:picMk id="6" creationId="{1CCACCE9-B50C-DECD-C7D0-7F638CC9533D}"/>
          </ac:picMkLst>
        </pc:picChg>
        <pc:picChg chg="add mod">
          <ac:chgData name="Jaime Lloret Cuñat" userId="8d81fff1-60b5-4394-8911-1110806e8849" providerId="ADAL" clId="{F9CED4FB-6977-44DC-8277-CB042269325C}" dt="2026-06-12T14:12:33.966" v="2051" actId="14826"/>
          <ac:picMkLst>
            <pc:docMk/>
            <pc:sldMk cId="2405041716" sldId="312"/>
            <ac:picMk id="7" creationId="{92C2F16B-C22A-DC4B-3986-5B5DBEEB0060}"/>
          </ac:picMkLst>
        </pc:picChg>
      </pc:sldChg>
      <pc:sldChg chg="modSp add mod">
        <pc:chgData name="Jaime Lloret Cuñat" userId="8d81fff1-60b5-4394-8911-1110806e8849" providerId="ADAL" clId="{F9CED4FB-6977-44DC-8277-CB042269325C}" dt="2026-06-12T12:08:49.994" v="659" actId="20577"/>
        <pc:sldMkLst>
          <pc:docMk/>
          <pc:sldMk cId="976006781" sldId="313"/>
        </pc:sldMkLst>
        <pc:spChg chg="mod">
          <ac:chgData name="Jaime Lloret Cuñat" userId="8d81fff1-60b5-4394-8911-1110806e8849" providerId="ADAL" clId="{F9CED4FB-6977-44DC-8277-CB042269325C}" dt="2026-06-12T12:06:44.156" v="565" actId="20577"/>
          <ac:spMkLst>
            <pc:docMk/>
            <pc:sldMk cId="976006781" sldId="313"/>
            <ac:spMk id="2" creationId="{3930ACA5-E550-020E-CD01-1246D0F766EE}"/>
          </ac:spMkLst>
        </pc:spChg>
        <pc:spChg chg="mod">
          <ac:chgData name="Jaime Lloret Cuñat" userId="8d81fff1-60b5-4394-8911-1110806e8849" providerId="ADAL" clId="{F9CED4FB-6977-44DC-8277-CB042269325C}" dt="2026-06-12T12:08:49.994" v="659" actId="20577"/>
          <ac:spMkLst>
            <pc:docMk/>
            <pc:sldMk cId="976006781" sldId="313"/>
            <ac:spMk id="16" creationId="{EE1AF5DE-7DDA-6BD6-356B-BC8C6D64E845}"/>
          </ac:spMkLst>
        </pc:spChg>
        <pc:picChg chg="mod">
          <ac:chgData name="Jaime Lloret Cuñat" userId="8d81fff1-60b5-4394-8911-1110806e8849" providerId="ADAL" clId="{F9CED4FB-6977-44DC-8277-CB042269325C}" dt="2026-06-12T12:05:31.392" v="531" actId="1076"/>
          <ac:picMkLst>
            <pc:docMk/>
            <pc:sldMk cId="976006781" sldId="313"/>
            <ac:picMk id="7" creationId="{A4B029A9-1C44-804E-777F-FDE379102E1A}"/>
          </ac:picMkLst>
        </pc:picChg>
      </pc:sldChg>
      <pc:sldChg chg="addSp delSp modSp add mod">
        <pc:chgData name="Jaime Lloret Cuñat" userId="8d81fff1-60b5-4394-8911-1110806e8849" providerId="ADAL" clId="{F9CED4FB-6977-44DC-8277-CB042269325C}" dt="2026-06-12T12:08:53.668" v="660" actId="20577"/>
        <pc:sldMkLst>
          <pc:docMk/>
          <pc:sldMk cId="698044179" sldId="314"/>
        </pc:sldMkLst>
        <pc:spChg chg="mod">
          <ac:chgData name="Jaime Lloret Cuñat" userId="8d81fff1-60b5-4394-8911-1110806e8849" providerId="ADAL" clId="{F9CED4FB-6977-44DC-8277-CB042269325C}" dt="2026-06-12T12:06:52.747" v="579" actId="20577"/>
          <ac:spMkLst>
            <pc:docMk/>
            <pc:sldMk cId="698044179" sldId="314"/>
            <ac:spMk id="2" creationId="{2185DF12-74AA-7ECC-0023-A9CE377404BE}"/>
          </ac:spMkLst>
        </pc:spChg>
        <pc:spChg chg="mod">
          <ac:chgData name="Jaime Lloret Cuñat" userId="8d81fff1-60b5-4394-8911-1110806e8849" providerId="ADAL" clId="{F9CED4FB-6977-44DC-8277-CB042269325C}" dt="2026-06-12T12:08:53.668" v="660" actId="20577"/>
          <ac:spMkLst>
            <pc:docMk/>
            <pc:sldMk cId="698044179" sldId="314"/>
            <ac:spMk id="16" creationId="{A982B524-A363-4A94-6B1C-E813954DE15A}"/>
          </ac:spMkLst>
        </pc:spChg>
        <pc:picChg chg="del">
          <ac:chgData name="Jaime Lloret Cuñat" userId="8d81fff1-60b5-4394-8911-1110806e8849" providerId="ADAL" clId="{F9CED4FB-6977-44DC-8277-CB042269325C}" dt="2026-06-12T12:06:25.693" v="532" actId="478"/>
          <ac:picMkLst>
            <pc:docMk/>
            <pc:sldMk cId="698044179" sldId="314"/>
            <ac:picMk id="5" creationId="{3E590C71-C668-2099-7CA7-F103C30DF920}"/>
          </ac:picMkLst>
        </pc:picChg>
        <pc:picChg chg="add mod">
          <ac:chgData name="Jaime Lloret Cuñat" userId="8d81fff1-60b5-4394-8911-1110806e8849" providerId="ADAL" clId="{F9CED4FB-6977-44DC-8277-CB042269325C}" dt="2026-06-12T12:06:30.506" v="536" actId="1076"/>
          <ac:picMkLst>
            <pc:docMk/>
            <pc:sldMk cId="698044179" sldId="314"/>
            <ac:picMk id="7" creationId="{3027F4F8-6463-0D72-E543-4819FD293EDD}"/>
          </ac:picMkLst>
        </pc:picChg>
      </pc:sldChg>
      <pc:sldChg chg="modSp add mod">
        <pc:chgData name="Jaime Lloret Cuñat" userId="8d81fff1-60b5-4394-8911-1110806e8849" providerId="ADAL" clId="{F9CED4FB-6977-44DC-8277-CB042269325C}" dt="2026-06-12T12:08:56.466" v="661" actId="20577"/>
        <pc:sldMkLst>
          <pc:docMk/>
          <pc:sldMk cId="1531355355" sldId="315"/>
        </pc:sldMkLst>
        <pc:spChg chg="mod">
          <ac:chgData name="Jaime Lloret Cuñat" userId="8d81fff1-60b5-4394-8911-1110806e8849" providerId="ADAL" clId="{F9CED4FB-6977-44DC-8277-CB042269325C}" dt="2026-06-12T12:07:44.487" v="611" actId="20577"/>
          <ac:spMkLst>
            <pc:docMk/>
            <pc:sldMk cId="1531355355" sldId="315"/>
            <ac:spMk id="2" creationId="{97D54ED1-B273-53A3-E25C-141B4C1B3337}"/>
          </ac:spMkLst>
        </pc:spChg>
        <pc:spChg chg="mod">
          <ac:chgData name="Jaime Lloret Cuñat" userId="8d81fff1-60b5-4394-8911-1110806e8849" providerId="ADAL" clId="{F9CED4FB-6977-44DC-8277-CB042269325C}" dt="2026-06-12T12:08:56.466" v="661" actId="20577"/>
          <ac:spMkLst>
            <pc:docMk/>
            <pc:sldMk cId="1531355355" sldId="315"/>
            <ac:spMk id="16" creationId="{967114AB-E2D2-9764-D664-62EECFBBD03B}"/>
          </ac:spMkLst>
        </pc:spChg>
        <pc:picChg chg="mod">
          <ac:chgData name="Jaime Lloret Cuñat" userId="8d81fff1-60b5-4394-8911-1110806e8849" providerId="ADAL" clId="{F9CED4FB-6977-44DC-8277-CB042269325C}" dt="2026-06-12T12:07:13.625" v="580" actId="14826"/>
          <ac:picMkLst>
            <pc:docMk/>
            <pc:sldMk cId="1531355355" sldId="315"/>
            <ac:picMk id="5" creationId="{6197C1A8-6C06-A8AF-9144-45F89DA0FBE7}"/>
          </ac:picMkLst>
        </pc:picChg>
        <pc:picChg chg="mod">
          <ac:chgData name="Jaime Lloret Cuñat" userId="8d81fff1-60b5-4394-8911-1110806e8849" providerId="ADAL" clId="{F9CED4FB-6977-44DC-8277-CB042269325C}" dt="2026-06-12T12:07:29.482" v="583" actId="14826"/>
          <ac:picMkLst>
            <pc:docMk/>
            <pc:sldMk cId="1531355355" sldId="315"/>
            <ac:picMk id="6" creationId="{5C3F444C-01EB-1A16-D54C-F626EB6BA256}"/>
          </ac:picMkLst>
        </pc:picChg>
      </pc:sldChg>
      <pc:sldChg chg="modSp add mod">
        <pc:chgData name="Jaime Lloret Cuñat" userId="8d81fff1-60b5-4394-8911-1110806e8849" providerId="ADAL" clId="{F9CED4FB-6977-44DC-8277-CB042269325C}" dt="2026-06-12T12:08:59.630" v="662" actId="20577"/>
        <pc:sldMkLst>
          <pc:docMk/>
          <pc:sldMk cId="2895180804" sldId="316"/>
        </pc:sldMkLst>
        <pc:spChg chg="mod">
          <ac:chgData name="Jaime Lloret Cuñat" userId="8d81fff1-60b5-4394-8911-1110806e8849" providerId="ADAL" clId="{F9CED4FB-6977-44DC-8277-CB042269325C}" dt="2026-06-12T12:08:22.467" v="637" actId="20577"/>
          <ac:spMkLst>
            <pc:docMk/>
            <pc:sldMk cId="2895180804" sldId="316"/>
            <ac:spMk id="2" creationId="{552EB805-65F3-194B-C8F4-CA690A8BA9F7}"/>
          </ac:spMkLst>
        </pc:spChg>
        <pc:spChg chg="mod">
          <ac:chgData name="Jaime Lloret Cuñat" userId="8d81fff1-60b5-4394-8911-1110806e8849" providerId="ADAL" clId="{F9CED4FB-6977-44DC-8277-CB042269325C}" dt="2026-06-12T12:08:59.630" v="662" actId="20577"/>
          <ac:spMkLst>
            <pc:docMk/>
            <pc:sldMk cId="2895180804" sldId="316"/>
            <ac:spMk id="16" creationId="{44D53EE1-00F8-F2E4-69BA-A44FD0E64DBA}"/>
          </ac:spMkLst>
        </pc:spChg>
      </pc:sldChg>
      <pc:sldChg chg="modSp add mod">
        <pc:chgData name="Jaime Lloret Cuñat" userId="8d81fff1-60b5-4394-8911-1110806e8849" providerId="ADAL" clId="{F9CED4FB-6977-44DC-8277-CB042269325C}" dt="2026-06-12T12:09:46.619" v="669" actId="1076"/>
        <pc:sldMkLst>
          <pc:docMk/>
          <pc:sldMk cId="4256168662" sldId="317"/>
        </pc:sldMkLst>
        <pc:spChg chg="mod">
          <ac:chgData name="Jaime Lloret Cuñat" userId="8d81fff1-60b5-4394-8911-1110806e8849" providerId="ADAL" clId="{F9CED4FB-6977-44DC-8277-CB042269325C}" dt="2026-06-12T12:08:39.145" v="657" actId="20577"/>
          <ac:spMkLst>
            <pc:docMk/>
            <pc:sldMk cId="4256168662" sldId="317"/>
            <ac:spMk id="2" creationId="{3C6D55FC-5031-5DAE-893E-BF1355747932}"/>
          </ac:spMkLst>
        </pc:spChg>
        <pc:spChg chg="mod">
          <ac:chgData name="Jaime Lloret Cuñat" userId="8d81fff1-60b5-4394-8911-1110806e8849" providerId="ADAL" clId="{F9CED4FB-6977-44DC-8277-CB042269325C}" dt="2026-06-12T12:09:05.674" v="666" actId="403"/>
          <ac:spMkLst>
            <pc:docMk/>
            <pc:sldMk cId="4256168662" sldId="317"/>
            <ac:spMk id="16" creationId="{102B708D-0704-5977-EC6F-88CF05CBBE8F}"/>
          </ac:spMkLst>
        </pc:spChg>
        <pc:picChg chg="mod">
          <ac:chgData name="Jaime Lloret Cuñat" userId="8d81fff1-60b5-4394-8911-1110806e8849" providerId="ADAL" clId="{F9CED4FB-6977-44DC-8277-CB042269325C}" dt="2026-06-12T12:09:46.619" v="669" actId="1076"/>
          <ac:picMkLst>
            <pc:docMk/>
            <pc:sldMk cId="4256168662" sldId="317"/>
            <ac:picMk id="5" creationId="{39248EFD-19EE-95CC-AC89-5D89542724B8}"/>
          </ac:picMkLst>
        </pc:picChg>
      </pc:sldChg>
      <pc:sldChg chg="modSp add mod">
        <pc:chgData name="Jaime Lloret Cuñat" userId="8d81fff1-60b5-4394-8911-1110806e8849" providerId="ADAL" clId="{F9CED4FB-6977-44DC-8277-CB042269325C}" dt="2026-06-12T12:11:02.778" v="722" actId="404"/>
        <pc:sldMkLst>
          <pc:docMk/>
          <pc:sldMk cId="144092153" sldId="318"/>
        </pc:sldMkLst>
        <pc:spChg chg="mod">
          <ac:chgData name="Jaime Lloret Cuñat" userId="8d81fff1-60b5-4394-8911-1110806e8849" providerId="ADAL" clId="{F9CED4FB-6977-44DC-8277-CB042269325C}" dt="2026-06-12T12:10:38.057" v="688" actId="20577"/>
          <ac:spMkLst>
            <pc:docMk/>
            <pc:sldMk cId="144092153" sldId="318"/>
            <ac:spMk id="2" creationId="{9F0ACE0A-BAE8-D87B-0C19-A3D05BF766BE}"/>
          </ac:spMkLst>
        </pc:spChg>
        <pc:spChg chg="mod">
          <ac:chgData name="Jaime Lloret Cuñat" userId="8d81fff1-60b5-4394-8911-1110806e8849" providerId="ADAL" clId="{F9CED4FB-6977-44DC-8277-CB042269325C}" dt="2026-06-12T12:11:02.778" v="722" actId="404"/>
          <ac:spMkLst>
            <pc:docMk/>
            <pc:sldMk cId="144092153" sldId="318"/>
            <ac:spMk id="16" creationId="{4D1F668C-4DD7-9F55-3473-586CB536CE3F}"/>
          </ac:spMkLst>
        </pc:spChg>
      </pc:sldChg>
      <pc:sldChg chg="modSp add mod">
        <pc:chgData name="Jaime Lloret Cuñat" userId="8d81fff1-60b5-4394-8911-1110806e8849" providerId="ADAL" clId="{F9CED4FB-6977-44DC-8277-CB042269325C}" dt="2026-06-12T12:12:01.481" v="727" actId="14826"/>
        <pc:sldMkLst>
          <pc:docMk/>
          <pc:sldMk cId="3007431446" sldId="319"/>
        </pc:sldMkLst>
        <pc:spChg chg="mod">
          <ac:chgData name="Jaime Lloret Cuñat" userId="8d81fff1-60b5-4394-8911-1110806e8849" providerId="ADAL" clId="{F9CED4FB-6977-44DC-8277-CB042269325C}" dt="2026-06-12T12:10:48.471" v="720" actId="20577"/>
          <ac:spMkLst>
            <pc:docMk/>
            <pc:sldMk cId="3007431446" sldId="319"/>
            <ac:spMk id="2" creationId="{DA59359C-82D4-5532-A66F-52BD2C86CE34}"/>
          </ac:spMkLst>
        </pc:spChg>
        <pc:spChg chg="mod">
          <ac:chgData name="Jaime Lloret Cuñat" userId="8d81fff1-60b5-4394-8911-1110806e8849" providerId="ADAL" clId="{F9CED4FB-6977-44DC-8277-CB042269325C}" dt="2026-06-12T12:11:07.504" v="724" actId="404"/>
          <ac:spMkLst>
            <pc:docMk/>
            <pc:sldMk cId="3007431446" sldId="319"/>
            <ac:spMk id="16" creationId="{F1C70823-E0B7-BFF0-5231-9F51FD636F87}"/>
          </ac:spMkLst>
        </pc:spChg>
        <pc:picChg chg="mod">
          <ac:chgData name="Jaime Lloret Cuñat" userId="8d81fff1-60b5-4394-8911-1110806e8849" providerId="ADAL" clId="{F9CED4FB-6977-44DC-8277-CB042269325C}" dt="2026-06-12T12:11:54.869" v="726" actId="14826"/>
          <ac:picMkLst>
            <pc:docMk/>
            <pc:sldMk cId="3007431446" sldId="319"/>
            <ac:picMk id="5" creationId="{020E99CA-83DB-8A36-A010-74A6995A18B7}"/>
          </ac:picMkLst>
        </pc:picChg>
        <pc:picChg chg="mod">
          <ac:chgData name="Jaime Lloret Cuñat" userId="8d81fff1-60b5-4394-8911-1110806e8849" providerId="ADAL" clId="{F9CED4FB-6977-44DC-8277-CB042269325C}" dt="2026-06-12T12:12:01.481" v="727" actId="14826"/>
          <ac:picMkLst>
            <pc:docMk/>
            <pc:sldMk cId="3007431446" sldId="319"/>
            <ac:picMk id="6" creationId="{CFA3EA8D-A3DC-EB0F-F79B-87EB5D75EB57}"/>
          </ac:picMkLst>
        </pc:picChg>
      </pc:sldChg>
      <pc:sldChg chg="addSp delSp modSp add mod">
        <pc:chgData name="Jaime Lloret Cuñat" userId="8d81fff1-60b5-4394-8911-1110806e8849" providerId="ADAL" clId="{F9CED4FB-6977-44DC-8277-CB042269325C}" dt="2026-06-12T12:14:32.453" v="821" actId="1076"/>
        <pc:sldMkLst>
          <pc:docMk/>
          <pc:sldMk cId="3098289711" sldId="320"/>
        </pc:sldMkLst>
        <pc:spChg chg="mod">
          <ac:chgData name="Jaime Lloret Cuñat" userId="8d81fff1-60b5-4394-8911-1110806e8849" providerId="ADAL" clId="{F9CED4FB-6977-44DC-8277-CB042269325C}" dt="2026-06-12T12:13:08.598" v="776" actId="20577"/>
          <ac:spMkLst>
            <pc:docMk/>
            <pc:sldMk cId="3098289711" sldId="320"/>
            <ac:spMk id="2" creationId="{18127A40-A487-C1D8-93EC-826FCF683BF4}"/>
          </ac:spMkLst>
        </pc:spChg>
        <pc:spChg chg="del">
          <ac:chgData name="Jaime Lloret Cuñat" userId="8d81fff1-60b5-4394-8911-1110806e8849" providerId="ADAL" clId="{F9CED4FB-6977-44DC-8277-CB042269325C}" dt="2026-06-12T12:14:25.332" v="817" actId="478"/>
          <ac:spMkLst>
            <pc:docMk/>
            <pc:sldMk cId="3098289711" sldId="320"/>
            <ac:spMk id="9" creationId="{69D039E0-F565-5DE2-390D-4EA7256DBA5F}"/>
          </ac:spMkLst>
        </pc:spChg>
        <pc:spChg chg="mod">
          <ac:chgData name="Jaime Lloret Cuñat" userId="8d81fff1-60b5-4394-8911-1110806e8849" providerId="ADAL" clId="{F9CED4FB-6977-44DC-8277-CB042269325C}" dt="2026-06-12T12:12:59.445" v="756" actId="20577"/>
          <ac:spMkLst>
            <pc:docMk/>
            <pc:sldMk cId="3098289711" sldId="320"/>
            <ac:spMk id="16" creationId="{DDC669E2-5ACE-DE18-06D2-1E4DE82C8147}"/>
          </ac:spMkLst>
        </pc:spChg>
        <pc:picChg chg="add mod">
          <ac:chgData name="Jaime Lloret Cuñat" userId="8d81fff1-60b5-4394-8911-1110806e8849" providerId="ADAL" clId="{F9CED4FB-6977-44DC-8277-CB042269325C}" dt="2026-06-12T12:14:32.453" v="821" actId="1076"/>
          <ac:picMkLst>
            <pc:docMk/>
            <pc:sldMk cId="3098289711" sldId="320"/>
            <ac:picMk id="5" creationId="{9174BCC8-36B1-3123-A57A-0F8F20C658D3}"/>
          </ac:picMkLst>
        </pc:picChg>
        <pc:picChg chg="add mod">
          <ac:chgData name="Jaime Lloret Cuñat" userId="8d81fff1-60b5-4394-8911-1110806e8849" providerId="ADAL" clId="{F9CED4FB-6977-44DC-8277-CB042269325C}" dt="2026-06-12T12:14:28.375" v="819" actId="1076"/>
          <ac:picMkLst>
            <pc:docMk/>
            <pc:sldMk cId="3098289711" sldId="320"/>
            <ac:picMk id="7" creationId="{0E37D82A-BCA8-27E6-193F-BFEA997DE708}"/>
          </ac:picMkLst>
        </pc:picChg>
        <pc:picChg chg="del">
          <ac:chgData name="Jaime Lloret Cuñat" userId="8d81fff1-60b5-4394-8911-1110806e8849" providerId="ADAL" clId="{F9CED4FB-6977-44DC-8277-CB042269325C}" dt="2026-06-12T12:13:54.688" v="808" actId="478"/>
          <ac:picMkLst>
            <pc:docMk/>
            <pc:sldMk cId="3098289711" sldId="320"/>
            <ac:picMk id="13" creationId="{01B2857E-7857-A899-C600-6C229E188055}"/>
          </ac:picMkLst>
        </pc:picChg>
        <pc:picChg chg="del">
          <ac:chgData name="Jaime Lloret Cuñat" userId="8d81fff1-60b5-4394-8911-1110806e8849" providerId="ADAL" clId="{F9CED4FB-6977-44DC-8277-CB042269325C}" dt="2026-06-12T12:13:53.651" v="805" actId="478"/>
          <ac:picMkLst>
            <pc:docMk/>
            <pc:sldMk cId="3098289711" sldId="320"/>
            <ac:picMk id="15" creationId="{E089FD75-0A22-457C-9523-EA115FA031A8}"/>
          </ac:picMkLst>
        </pc:picChg>
        <pc:picChg chg="del">
          <ac:chgData name="Jaime Lloret Cuñat" userId="8d81fff1-60b5-4394-8911-1110806e8849" providerId="ADAL" clId="{F9CED4FB-6977-44DC-8277-CB042269325C}" dt="2026-06-12T12:13:54.339" v="807" actId="478"/>
          <ac:picMkLst>
            <pc:docMk/>
            <pc:sldMk cId="3098289711" sldId="320"/>
            <ac:picMk id="18" creationId="{709B242B-7960-E59C-88CA-A9C590E44FE7}"/>
          </ac:picMkLst>
        </pc:picChg>
        <pc:picChg chg="del">
          <ac:chgData name="Jaime Lloret Cuñat" userId="8d81fff1-60b5-4394-8911-1110806e8849" providerId="ADAL" clId="{F9CED4FB-6977-44DC-8277-CB042269325C}" dt="2026-06-12T12:13:54.020" v="806" actId="478"/>
          <ac:picMkLst>
            <pc:docMk/>
            <pc:sldMk cId="3098289711" sldId="320"/>
            <ac:picMk id="20" creationId="{64B42D4F-A1CB-9B6C-1FB7-5D6808DBEFDA}"/>
          </ac:picMkLst>
        </pc:picChg>
      </pc:sldChg>
      <pc:sldChg chg="modSp add mod">
        <pc:chgData name="Jaime Lloret Cuñat" userId="8d81fff1-60b5-4394-8911-1110806e8849" providerId="ADAL" clId="{F9CED4FB-6977-44DC-8277-CB042269325C}" dt="2026-06-12T12:15:50.739" v="836" actId="14826"/>
        <pc:sldMkLst>
          <pc:docMk/>
          <pc:sldMk cId="3870534614" sldId="321"/>
        </pc:sldMkLst>
        <pc:spChg chg="mod">
          <ac:chgData name="Jaime Lloret Cuñat" userId="8d81fff1-60b5-4394-8911-1110806e8849" providerId="ADAL" clId="{F9CED4FB-6977-44DC-8277-CB042269325C}" dt="2026-06-12T12:13:34.439" v="803" actId="20577"/>
          <ac:spMkLst>
            <pc:docMk/>
            <pc:sldMk cId="3870534614" sldId="321"/>
            <ac:spMk id="2" creationId="{7165C315-0CFE-AEA4-0C63-52EDA592270F}"/>
          </ac:spMkLst>
        </pc:spChg>
        <pc:spChg chg="mod">
          <ac:chgData name="Jaime Lloret Cuñat" userId="8d81fff1-60b5-4394-8911-1110806e8849" providerId="ADAL" clId="{F9CED4FB-6977-44DC-8277-CB042269325C}" dt="2026-06-12T12:13:28.794" v="777" actId="20577"/>
          <ac:spMkLst>
            <pc:docMk/>
            <pc:sldMk cId="3870534614" sldId="321"/>
            <ac:spMk id="16" creationId="{59B59E37-FB3D-4B30-E6D5-B30E4737E5CD}"/>
          </ac:spMkLst>
        </pc:spChg>
        <pc:picChg chg="mod">
          <ac:chgData name="Jaime Lloret Cuñat" userId="8d81fff1-60b5-4394-8911-1110806e8849" providerId="ADAL" clId="{F9CED4FB-6977-44DC-8277-CB042269325C}" dt="2026-06-12T12:15:50.739" v="836" actId="14826"/>
          <ac:picMkLst>
            <pc:docMk/>
            <pc:sldMk cId="3870534614" sldId="321"/>
            <ac:picMk id="6" creationId="{99BD4D9D-4752-C425-E236-9BBFBAFA36EB}"/>
          </ac:picMkLst>
        </pc:picChg>
        <pc:picChg chg="mod">
          <ac:chgData name="Jaime Lloret Cuñat" userId="8d81fff1-60b5-4394-8911-1110806e8849" providerId="ADAL" clId="{F9CED4FB-6977-44DC-8277-CB042269325C}" dt="2026-06-12T12:15:44.677" v="835" actId="14826"/>
          <ac:picMkLst>
            <pc:docMk/>
            <pc:sldMk cId="3870534614" sldId="321"/>
            <ac:picMk id="10" creationId="{9945119E-0CC6-0406-DE32-0A29EE1FB0F0}"/>
          </ac:picMkLst>
        </pc:picChg>
      </pc:sldChg>
      <pc:sldChg chg="addSp delSp modSp add mod">
        <pc:chgData name="Jaime Lloret Cuñat" userId="8d81fff1-60b5-4394-8911-1110806e8849" providerId="ADAL" clId="{F9CED4FB-6977-44DC-8277-CB042269325C}" dt="2026-06-12T12:15:16.454" v="834" actId="1076"/>
        <pc:sldMkLst>
          <pc:docMk/>
          <pc:sldMk cId="1679278964" sldId="322"/>
        </pc:sldMkLst>
        <pc:spChg chg="del">
          <ac:chgData name="Jaime Lloret Cuñat" userId="8d81fff1-60b5-4394-8911-1110806e8849" providerId="ADAL" clId="{F9CED4FB-6977-44DC-8277-CB042269325C}" dt="2026-06-12T12:15:02.297" v="831" actId="478"/>
          <ac:spMkLst>
            <pc:docMk/>
            <pc:sldMk cId="1679278964" sldId="322"/>
            <ac:spMk id="9" creationId="{D5E3468A-493B-A29F-53CF-80628E815CC4}"/>
          </ac:spMkLst>
        </pc:spChg>
        <pc:picChg chg="add mod">
          <ac:chgData name="Jaime Lloret Cuñat" userId="8d81fff1-60b5-4394-8911-1110806e8849" providerId="ADAL" clId="{F9CED4FB-6977-44DC-8277-CB042269325C}" dt="2026-06-12T12:15:00.225" v="830" actId="1076"/>
          <ac:picMkLst>
            <pc:docMk/>
            <pc:sldMk cId="1679278964" sldId="322"/>
            <ac:picMk id="5" creationId="{8E7D555D-9AA9-D987-17AA-BBAAFBF6005E}"/>
          </ac:picMkLst>
        </pc:picChg>
        <pc:picChg chg="add mod">
          <ac:chgData name="Jaime Lloret Cuñat" userId="8d81fff1-60b5-4394-8911-1110806e8849" providerId="ADAL" clId="{F9CED4FB-6977-44DC-8277-CB042269325C}" dt="2026-06-12T12:15:16.454" v="834" actId="1076"/>
          <ac:picMkLst>
            <pc:docMk/>
            <pc:sldMk cId="1679278964" sldId="322"/>
            <ac:picMk id="7" creationId="{15C92D75-DCF5-7FF7-1711-3A8D6F335C91}"/>
          </ac:picMkLst>
        </pc:picChg>
        <pc:picChg chg="del">
          <ac:chgData name="Jaime Lloret Cuñat" userId="8d81fff1-60b5-4394-8911-1110806e8849" providerId="ADAL" clId="{F9CED4FB-6977-44DC-8277-CB042269325C}" dt="2026-06-12T12:14:41.423" v="822" actId="478"/>
          <ac:picMkLst>
            <pc:docMk/>
            <pc:sldMk cId="1679278964" sldId="322"/>
            <ac:picMk id="13" creationId="{26AA6744-3C46-7747-7F8A-8CA334E516CA}"/>
          </ac:picMkLst>
        </pc:picChg>
        <pc:picChg chg="del">
          <ac:chgData name="Jaime Lloret Cuñat" userId="8d81fff1-60b5-4394-8911-1110806e8849" providerId="ADAL" clId="{F9CED4FB-6977-44DC-8277-CB042269325C}" dt="2026-06-12T12:14:42.536" v="824" actId="478"/>
          <ac:picMkLst>
            <pc:docMk/>
            <pc:sldMk cId="1679278964" sldId="322"/>
            <ac:picMk id="15" creationId="{D9386AE8-6BA7-FEEA-14A9-3419A0AE2114}"/>
          </ac:picMkLst>
        </pc:picChg>
        <pc:picChg chg="del">
          <ac:chgData name="Jaime Lloret Cuñat" userId="8d81fff1-60b5-4394-8911-1110806e8849" providerId="ADAL" clId="{F9CED4FB-6977-44DC-8277-CB042269325C}" dt="2026-06-12T12:14:41.773" v="823" actId="478"/>
          <ac:picMkLst>
            <pc:docMk/>
            <pc:sldMk cId="1679278964" sldId="322"/>
            <ac:picMk id="18" creationId="{035E7161-95A0-A4E4-FD41-AF8A9DE76F11}"/>
          </ac:picMkLst>
        </pc:picChg>
        <pc:picChg chg="del">
          <ac:chgData name="Jaime Lloret Cuñat" userId="8d81fff1-60b5-4394-8911-1110806e8849" providerId="ADAL" clId="{F9CED4FB-6977-44DC-8277-CB042269325C}" dt="2026-06-12T12:14:43.045" v="825" actId="478"/>
          <ac:picMkLst>
            <pc:docMk/>
            <pc:sldMk cId="1679278964" sldId="322"/>
            <ac:picMk id="20" creationId="{D00979C1-250E-2173-8EDD-4A4D9CC3F89B}"/>
          </ac:picMkLst>
        </pc:picChg>
      </pc:sldChg>
      <pc:sldChg chg="new del">
        <pc:chgData name="Jaime Lloret Cuñat" userId="8d81fff1-60b5-4394-8911-1110806e8849" providerId="ADAL" clId="{F9CED4FB-6977-44DC-8277-CB042269325C}" dt="2026-06-12T12:16:38.259" v="838" actId="680"/>
        <pc:sldMkLst>
          <pc:docMk/>
          <pc:sldMk cId="1401209020" sldId="323"/>
        </pc:sldMkLst>
      </pc:sldChg>
      <pc:sldChg chg="modSp add mod">
        <pc:chgData name="Jaime Lloret Cuñat" userId="8d81fff1-60b5-4394-8911-1110806e8849" providerId="ADAL" clId="{F9CED4FB-6977-44DC-8277-CB042269325C}" dt="2026-06-12T12:17:03.077" v="852" actId="14826"/>
        <pc:sldMkLst>
          <pc:docMk/>
          <pc:sldMk cId="3073885127" sldId="323"/>
        </pc:sldMkLst>
        <pc:spChg chg="mod">
          <ac:chgData name="Jaime Lloret Cuñat" userId="8d81fff1-60b5-4394-8911-1110806e8849" providerId="ADAL" clId="{F9CED4FB-6977-44DC-8277-CB042269325C}" dt="2026-06-12T12:16:47.309" v="850" actId="20577"/>
          <ac:spMkLst>
            <pc:docMk/>
            <pc:sldMk cId="3073885127" sldId="323"/>
            <ac:spMk id="16" creationId="{9D678D09-C459-9BAE-B5C4-386DD03A7AE1}"/>
          </ac:spMkLst>
        </pc:spChg>
        <pc:picChg chg="mod">
          <ac:chgData name="Jaime Lloret Cuñat" userId="8d81fff1-60b5-4394-8911-1110806e8849" providerId="ADAL" clId="{F9CED4FB-6977-44DC-8277-CB042269325C}" dt="2026-06-12T12:17:03.077" v="852" actId="14826"/>
          <ac:picMkLst>
            <pc:docMk/>
            <pc:sldMk cId="3073885127" sldId="323"/>
            <ac:picMk id="4" creationId="{12AA7593-B8B1-D9DE-C4AA-3F8C2AAB6D72}"/>
          </ac:picMkLst>
        </pc:picChg>
        <pc:picChg chg="mod">
          <ac:chgData name="Jaime Lloret Cuñat" userId="8d81fff1-60b5-4394-8911-1110806e8849" providerId="ADAL" clId="{F9CED4FB-6977-44DC-8277-CB042269325C}" dt="2026-06-12T12:16:58.107" v="851" actId="14826"/>
          <ac:picMkLst>
            <pc:docMk/>
            <pc:sldMk cId="3073885127" sldId="323"/>
            <ac:picMk id="12" creationId="{4F86BE59-FD5D-34E6-8EBD-74A3BAF9584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12/06/2026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12/06/2026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87AEC-015A-4808-9AC9-382D824E43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C03EDA-741F-B6F5-3444-A8D74D690AB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839219-55CF-753A-3C53-04F6B1E2897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04B99BF-32CC-B000-CB3E-0CD66FF7CA7C}"/>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687642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F8FC1-08E0-3573-288D-12187528938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190BAE6-2A7A-D7EF-E98F-7571C9980F5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B39F508-F3B6-CEC3-05C4-2A4BCEF740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D07F0C6-2033-1BA2-F2C6-B01E53470661}"/>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3836319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A8C3A-4D33-2E45-D841-85137986D19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98FC929-82D7-452D-4716-19AB0AD0EEC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5D689C3-49A9-117F-983D-B520EDE4220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69FC9B7-45D7-1BB1-DB5D-85C657A35086}"/>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9274412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2C5DD-88E1-0D19-0776-0B9431F42E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214C7DC-45BC-B2BE-9660-794FE4D358C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D4EB64A-5913-D117-BCA7-4F190EF3B4F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25EC9BE-C663-95F2-71C1-2BD2E59315AD}"/>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40295005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2BF37-98F6-CD9B-2255-0A64B5CEA4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68927E-2442-0553-FBC8-D3C32BCC5CF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6130D77-4D33-EE41-3A9E-4EB6D24190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5BAC07D-EBC4-F68A-7BE7-2B2DCCECD5CD}"/>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885431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988B3-C141-4645-2F2A-A09F408267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22BAD8-B0CC-3164-3027-A210D7EB75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3995D4B-1202-927A-28C9-66F35C33AE6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156FFEE-1184-FFA2-1E7F-CC9E8439AC53}"/>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81095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21CDA-9AA9-3249-2E56-9DE9BC77785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6F8CF94-D868-1A63-5CFD-E76E21330DF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E1065A5-CC0C-AA1E-C8E4-9BD20F4E01B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8DE9BBA-A829-BADC-47F3-18BE293BE202}"/>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2692926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D73AD-DAAA-3D8C-3495-D6982F5AB33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27C22A4-F09A-C254-DDEA-375B2FF1E5F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D45514-7013-D2EB-91FB-59789145D83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B024AA9-6FF4-6B8D-F2E1-919F64C4BDC8}"/>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8792735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745C4-1512-C7ED-1F1A-0C0398CBDC3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3DDBF7-B6CA-07A1-6994-CD72860B001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196FCF4-24F7-EC89-9750-7C5FC608116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DD44207-8231-A2C7-46EB-7B66260BC324}"/>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1068977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34B72-5E1C-D887-26C2-9BBFD0E6B08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DF4B155-8857-6EB5-5234-BC23FB20E59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6ACDB79-1B3E-5CAC-3BDA-19651765AF0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D6A0F3D-C358-1539-4E3D-C9B1256518BA}"/>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9303847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3C35A-F5B5-B2A0-F49E-BDC34A66929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520725E-481B-8B65-AB85-234F85D614E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182469C-5666-AEAB-A2FA-C4E327355C2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2114DFA-2178-9D32-1E53-173C96F8E280}"/>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22604377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D2886-2E82-2640-ABC8-DDF5FE2CA87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2D417C-A9C7-7800-55DA-91F5D46AB90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2D35C2C-01BF-C0F0-1721-31BECB18CD5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DFA1F01-83EC-6C7F-B1C4-2585EC6299EA}"/>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9557546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2E674-83B5-0033-F45E-470F8DFC92C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A255B76-1BDC-3E5E-4089-ADB506FE317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4E45221-6BED-8876-B088-9C37487D7EE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9A28B1-7FDD-104A-3751-1159B3E3AF05}"/>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38909670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88469-35DC-9634-DEA8-E463CEF607E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15124D4-96FC-46F0-12A6-305B6D081E9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8772016-ADA4-DFCC-CFD8-CC67ECBD819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1AF3CA9-EBCC-34DE-1AC5-75684E207C1A}"/>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42471464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FFFEB-AD03-F382-7CE7-B324369EC97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1CD53B-6EAC-3E56-8B55-99D1C08B8C1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330454C-961E-E299-D721-9561957E2D0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BD998FF-79D0-8C34-8419-D64F385AB851}"/>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37855543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87B4A-4B80-8AFC-C2A2-792239FF342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ACAA6AD-8455-6F95-55ED-C53580CC24F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75008EF-F9B4-6785-B451-7821F54A89E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2F35B51-0F1A-EC0B-F71A-932E67F26B22}"/>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24699022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A31E7-77D6-3F93-C9FD-D41710FEC91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7F649F3-6FDF-A6BB-DF6D-18715C8D7C6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391216-C555-A3E4-DA08-3F7E5F44E4A2}"/>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F2082DC-47EE-E31A-8C8C-0FB8C5B2084E}"/>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36447655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07CBD-8D0F-2954-F4DD-B7AA43E31A0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DEAECE8-415A-07CD-9D44-2A9AAAD0CD5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53B064-331D-B48D-6D6B-987BCE5D29C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4E005B4-6792-44F5-6D02-08D7393FDB78}"/>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16506969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A4DB6-4E6D-47AF-E707-F783194FECC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37346E2-2F06-DBA9-163C-F2EC3DDE295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D6DCDD-B171-3DFB-8511-2D25A4E36ED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33CE941-1DB2-EAC8-DE29-556F7BDED8DE}"/>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14328722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169CA-A6E9-D0C3-4D3A-6AF9089104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EC97DB9-2632-3700-0312-BB76DC46DE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897758-8CC0-1479-13D7-87B5FBD747CB}"/>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060DEFB-1A44-3354-5B15-298FF8A10085}"/>
              </a:ext>
            </a:extLst>
          </p:cNvPr>
          <p:cNvSpPr>
            <a:spLocks noGrp="1"/>
          </p:cNvSpPr>
          <p:nvPr>
            <p:ph type="sldNum" sz="quarter" idx="5"/>
          </p:nvPr>
        </p:nvSpPr>
        <p:spPr/>
        <p:txBody>
          <a:bodyPr/>
          <a:lstStyle/>
          <a:p>
            <a:fld id="{676223B9-C868-4436-87D9-1A3152E1157A}" type="slidenum">
              <a:rPr lang="es-ES" smtClean="0"/>
              <a:t>23</a:t>
            </a:fld>
            <a:endParaRPr lang="es-ES"/>
          </a:p>
        </p:txBody>
      </p:sp>
    </p:spTree>
    <p:extLst>
      <p:ext uri="{BB962C8B-B14F-4D97-AF65-F5344CB8AC3E}">
        <p14:creationId xmlns:p14="http://schemas.microsoft.com/office/powerpoint/2010/main" val="15764594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B6994-308C-A19F-97A2-A7EDC2496A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11A0F28-8415-2C14-D008-7E13BE158AE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2076D30-A124-184E-8295-000F7324211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338096D-210A-3D44-1E48-DE81FC52D744}"/>
              </a:ext>
            </a:extLst>
          </p:cNvPr>
          <p:cNvSpPr>
            <a:spLocks noGrp="1"/>
          </p:cNvSpPr>
          <p:nvPr>
            <p:ph type="sldNum" sz="quarter" idx="5"/>
          </p:nvPr>
        </p:nvSpPr>
        <p:spPr/>
        <p:txBody>
          <a:bodyPr/>
          <a:lstStyle/>
          <a:p>
            <a:fld id="{676223B9-C868-4436-87D9-1A3152E1157A}" type="slidenum">
              <a:rPr lang="es-ES" smtClean="0"/>
              <a:t>24</a:t>
            </a:fld>
            <a:endParaRPr lang="es-ES"/>
          </a:p>
        </p:txBody>
      </p:sp>
    </p:spTree>
    <p:extLst>
      <p:ext uri="{BB962C8B-B14F-4D97-AF65-F5344CB8AC3E}">
        <p14:creationId xmlns:p14="http://schemas.microsoft.com/office/powerpoint/2010/main" val="24769667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B355E-96E5-E4BC-281D-57AC820B98C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F0D8E6-F774-E34C-68F9-6168C2418E2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9214FCA-B36F-636A-FACB-309234F45B52}"/>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52484D7-FC02-BF4A-13AC-6236D629CF02}"/>
              </a:ext>
            </a:extLst>
          </p:cNvPr>
          <p:cNvSpPr>
            <a:spLocks noGrp="1"/>
          </p:cNvSpPr>
          <p:nvPr>
            <p:ph type="sldNum" sz="quarter" idx="5"/>
          </p:nvPr>
        </p:nvSpPr>
        <p:spPr/>
        <p:txBody>
          <a:bodyPr/>
          <a:lstStyle/>
          <a:p>
            <a:fld id="{676223B9-C868-4436-87D9-1A3152E1157A}" type="slidenum">
              <a:rPr lang="es-ES" smtClean="0"/>
              <a:t>25</a:t>
            </a:fld>
            <a:endParaRPr lang="es-ES"/>
          </a:p>
        </p:txBody>
      </p:sp>
    </p:spTree>
    <p:extLst>
      <p:ext uri="{BB962C8B-B14F-4D97-AF65-F5344CB8AC3E}">
        <p14:creationId xmlns:p14="http://schemas.microsoft.com/office/powerpoint/2010/main" val="24096008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45687-FFEC-A9E9-5B65-D61E28B898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5CEC72A-B169-26D7-1637-4126AA3E5F3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BAF50B9-82AB-B5D5-4DB5-BA379A2E4D8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4BFCE49-570C-4F39-DC51-566A500829DD}"/>
              </a:ext>
            </a:extLst>
          </p:cNvPr>
          <p:cNvSpPr>
            <a:spLocks noGrp="1"/>
          </p:cNvSpPr>
          <p:nvPr>
            <p:ph type="sldNum" sz="quarter" idx="5"/>
          </p:nvPr>
        </p:nvSpPr>
        <p:spPr/>
        <p:txBody>
          <a:bodyPr/>
          <a:lstStyle/>
          <a:p>
            <a:fld id="{676223B9-C868-4436-87D9-1A3152E1157A}" type="slidenum">
              <a:rPr lang="es-ES" smtClean="0"/>
              <a:t>26</a:t>
            </a:fld>
            <a:endParaRPr lang="es-ES"/>
          </a:p>
        </p:txBody>
      </p:sp>
    </p:spTree>
    <p:extLst>
      <p:ext uri="{BB962C8B-B14F-4D97-AF65-F5344CB8AC3E}">
        <p14:creationId xmlns:p14="http://schemas.microsoft.com/office/powerpoint/2010/main" val="15690314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73700-C369-A407-E751-557B5D29868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49F3D23-7BB3-5C87-24E3-3280E1B945A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D89F36B-DA45-082E-4DDE-2FE5DD953BB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CC877B2-8E9B-C465-0579-A4220679E2DF}"/>
              </a:ext>
            </a:extLst>
          </p:cNvPr>
          <p:cNvSpPr>
            <a:spLocks noGrp="1"/>
          </p:cNvSpPr>
          <p:nvPr>
            <p:ph type="sldNum" sz="quarter" idx="5"/>
          </p:nvPr>
        </p:nvSpPr>
        <p:spPr/>
        <p:txBody>
          <a:bodyPr/>
          <a:lstStyle/>
          <a:p>
            <a:fld id="{676223B9-C868-4436-87D9-1A3152E1157A}" type="slidenum">
              <a:rPr lang="es-ES" smtClean="0"/>
              <a:t>27</a:t>
            </a:fld>
            <a:endParaRPr lang="es-ES"/>
          </a:p>
        </p:txBody>
      </p:sp>
    </p:spTree>
    <p:extLst>
      <p:ext uri="{BB962C8B-B14F-4D97-AF65-F5344CB8AC3E}">
        <p14:creationId xmlns:p14="http://schemas.microsoft.com/office/powerpoint/2010/main" val="388046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0F10D-2F35-B2C3-593B-C0D5FC7946E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0003CFE-767F-E70A-F0D1-4E34E52CFC3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0BE137C-4B12-52A2-B704-CBDB2F3A871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2A593A48-475E-A9F3-8CDF-741228BC58F5}"/>
              </a:ext>
            </a:extLst>
          </p:cNvPr>
          <p:cNvSpPr>
            <a:spLocks noGrp="1"/>
          </p:cNvSpPr>
          <p:nvPr>
            <p:ph type="sldNum" sz="quarter" idx="5"/>
          </p:nvPr>
        </p:nvSpPr>
        <p:spPr/>
        <p:txBody>
          <a:bodyPr/>
          <a:lstStyle/>
          <a:p>
            <a:fld id="{676223B9-C868-4436-87D9-1A3152E1157A}" type="slidenum">
              <a:rPr lang="es-ES" smtClean="0"/>
              <a:t>28</a:t>
            </a:fld>
            <a:endParaRPr lang="es-ES"/>
          </a:p>
        </p:txBody>
      </p:sp>
    </p:spTree>
    <p:extLst>
      <p:ext uri="{BB962C8B-B14F-4D97-AF65-F5344CB8AC3E}">
        <p14:creationId xmlns:p14="http://schemas.microsoft.com/office/powerpoint/2010/main" val="14974792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69532-C59E-360D-4D3C-5BA202EB569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E2B812-2031-291E-FD7B-D2FA32CE761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7EE92F7-E7DA-75C4-EF33-B3C27A41473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EC3DC18-9CBC-3B17-0997-B44C27D3EEEE}"/>
              </a:ext>
            </a:extLst>
          </p:cNvPr>
          <p:cNvSpPr>
            <a:spLocks noGrp="1"/>
          </p:cNvSpPr>
          <p:nvPr>
            <p:ph type="sldNum" sz="quarter" idx="5"/>
          </p:nvPr>
        </p:nvSpPr>
        <p:spPr/>
        <p:txBody>
          <a:bodyPr/>
          <a:lstStyle/>
          <a:p>
            <a:fld id="{676223B9-C868-4436-87D9-1A3152E1157A}" type="slidenum">
              <a:rPr lang="es-ES" smtClean="0"/>
              <a:t>29</a:t>
            </a:fld>
            <a:endParaRPr lang="es-ES"/>
          </a:p>
        </p:txBody>
      </p:sp>
    </p:spTree>
    <p:extLst>
      <p:ext uri="{BB962C8B-B14F-4D97-AF65-F5344CB8AC3E}">
        <p14:creationId xmlns:p14="http://schemas.microsoft.com/office/powerpoint/2010/main" val="40744096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4.0. LAYOUT</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4.0. LAYOUT</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pascualmunoz/cifoin-lab4.git" TargetMode="External"/><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sv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_rels/slide3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3.0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a:latin typeface="Arial"/>
                <a:cs typeface="Arial"/>
              </a:rPr>
              <a:t>Student: Jaime Lloret Cuñat y Aina Perelló Roselló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a:t>
            </a:r>
            <a:r>
              <a:rPr lang="en-US" kern="0" dirty="0">
                <a:solidFill>
                  <a:sysClr val="windowText" lastClr="000000"/>
                </a:solidFill>
                <a:sym typeface="Wingdings" pitchFamily="2" charset="2"/>
                <a:hlinkClick r:id="rId3"/>
              </a:rPr>
              <a:t>https://github.com/pascualmunoz/cifoin-lab4.git</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Open folder / repo in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Open terminal: </a:t>
            </a:r>
            <a:r>
              <a:rPr lang="en-US" kern="0" dirty="0" err="1">
                <a:solidFill>
                  <a:sysClr val="windowText" lastClr="000000"/>
                </a:solidFill>
                <a:sym typeface="Wingdings" pitchFamily="2" charset="2"/>
              </a:rPr>
              <a:t>uv</a:t>
            </a:r>
            <a:r>
              <a:rPr lang="en-US" kern="0" dirty="0">
                <a:solidFill>
                  <a:sysClr val="windowText" lastClr="000000"/>
                </a:solidFill>
                <a:sym typeface="Wingdings" pitchFamily="2" charset="2"/>
              </a:rPr>
              <a:t> sync</a:t>
            </a: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LAYOUT_STUDENT.ipynb</a:t>
            </a:r>
            <a:r>
              <a:rPr lang="en-US" kern="0" dirty="0">
                <a:solidFill>
                  <a:sysClr val="windowText" lastClr="000000"/>
                </a:solidFill>
              </a:rPr>
              <a:t> </a:t>
            </a:r>
          </a:p>
          <a:p>
            <a:pPr marL="342900" indent="-342900" algn="just">
              <a:buFont typeface="Arial" panose="020B0604020202020204" pitchFamily="34" charset="0"/>
              <a:buChar char="•"/>
            </a:pPr>
            <a:endParaRPr lang="en-US" kern="0" dirty="0">
              <a:solidFill>
                <a:sysClr val="windowText" lastClr="000000"/>
              </a:solidFill>
            </a:endParaRPr>
          </a:p>
          <a:p>
            <a:pPr marL="342900" indent="-342900" algn="just">
              <a:buFont typeface="Arial" panose="020B0604020202020204" pitchFamily="34" charset="0"/>
              <a:buChar char="•"/>
            </a:pPr>
            <a:r>
              <a:rPr lang="en-US" b="1" kern="0" dirty="0">
                <a:solidFill>
                  <a:srgbClr val="FF0000"/>
                </a:solidFill>
              </a:rPr>
              <a:t>Points</a:t>
            </a:r>
          </a:p>
          <a:p>
            <a:pPr marL="800100" lvl="1" indent="-342900" algn="just">
              <a:buFont typeface="Arial" panose="020B0604020202020204" pitchFamily="34" charset="0"/>
              <a:buChar char="•"/>
            </a:pPr>
            <a:r>
              <a:rPr lang="en-US" b="1" kern="0" dirty="0">
                <a:solidFill>
                  <a:srgbClr val="FF0000"/>
                </a:solidFill>
              </a:rPr>
              <a:t>LO1: 3 points</a:t>
            </a:r>
          </a:p>
          <a:p>
            <a:pPr marL="800100" lvl="1" indent="-342900" algn="just">
              <a:buFont typeface="Arial" panose="020B0604020202020204" pitchFamily="34" charset="0"/>
              <a:buChar char="•"/>
            </a:pPr>
            <a:r>
              <a:rPr lang="en-US" b="1" kern="0" dirty="0">
                <a:solidFill>
                  <a:srgbClr val="FF0000"/>
                </a:solidFill>
              </a:rPr>
              <a:t>LO2: 3 points</a:t>
            </a:r>
          </a:p>
          <a:p>
            <a:pPr marL="800100" lvl="1" indent="-342900" algn="just">
              <a:buFont typeface="Arial" panose="020B0604020202020204" pitchFamily="34" charset="0"/>
              <a:buChar char="•"/>
            </a:pPr>
            <a:r>
              <a:rPr lang="en-US" b="1" kern="0" dirty="0">
                <a:solidFill>
                  <a:srgbClr val="FF0000"/>
                </a:solidFill>
              </a:rPr>
              <a:t>LO3: 1 points</a:t>
            </a:r>
          </a:p>
          <a:p>
            <a:pPr marL="800100" lvl="1" indent="-342900" algn="just">
              <a:buFont typeface="Arial" panose="020B0604020202020204" pitchFamily="34" charset="0"/>
              <a:buChar char="•"/>
            </a:pPr>
            <a:r>
              <a:rPr lang="en-US" b="1" kern="0" dirty="0">
                <a:solidFill>
                  <a:srgbClr val="FF0000"/>
                </a:solidFill>
              </a:rPr>
              <a:t>LO4: 3 points</a:t>
            </a:r>
          </a:p>
          <a:p>
            <a:pPr algn="just"/>
            <a:endParaRPr lang="en-US" b="1" i="1" dirty="0"/>
          </a:p>
          <a:p>
            <a:pPr algn="just"/>
            <a:endParaRPr lang="en-US" sz="2000" b="1" i="1" dirty="0"/>
          </a:p>
          <a:p>
            <a:pPr algn="just"/>
            <a:endParaRPr lang="en-US" sz="2000" kern="0" dirty="0">
              <a:solidFill>
                <a:sysClr val="windowText" lastClr="000000"/>
              </a:solidFill>
            </a:endParaRP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Notebook section 1. Technology</a:t>
            </a:r>
            <a:br>
              <a:rPr lang="es-ES" sz="2500" spc="-5" dirty="0">
                <a:latin typeface="+mj-lt"/>
                <a:cs typeface="Lucida Sans"/>
              </a:rPr>
            </a:br>
            <a:r>
              <a:rPr lang="es-ES" b="0" i="1" spc="-5" dirty="0">
                <a:latin typeface="+mj-lt"/>
              </a:rPr>
              <a:t>“</a:t>
            </a:r>
            <a:r>
              <a:rPr lang="es-ES" b="0" i="1" spc="-5" dirty="0" err="1">
                <a:latin typeface="+mj-lt"/>
              </a:rPr>
              <a:t>We</a:t>
            </a:r>
            <a:r>
              <a:rPr lang="es-ES" b="0" i="1" spc="-5" dirty="0">
                <a:latin typeface="+mj-lt"/>
              </a:rPr>
              <a:t> </a:t>
            </a:r>
            <a:r>
              <a:rPr lang="es-ES" b="0" i="1" spc="-5" dirty="0" err="1">
                <a:latin typeface="+mj-lt"/>
              </a:rPr>
              <a:t>will</a:t>
            </a:r>
            <a:r>
              <a:rPr lang="es-ES" b="0" i="1" spc="-5" dirty="0">
                <a:latin typeface="+mj-lt"/>
              </a:rPr>
              <a:t> </a:t>
            </a:r>
            <a:r>
              <a:rPr lang="es-ES" b="0" i="1" spc="-5" dirty="0" err="1">
                <a:latin typeface="+mj-lt"/>
              </a:rPr>
              <a:t>work</a:t>
            </a:r>
            <a:r>
              <a:rPr lang="es-ES" b="0" i="1" spc="-5" dirty="0">
                <a:latin typeface="+mj-lt"/>
                <a:cs typeface="Lucida Sans"/>
              </a:rPr>
              <a:t> </a:t>
            </a:r>
            <a:r>
              <a:rPr lang="es-ES" b="0" i="1" spc="-5" dirty="0" err="1">
                <a:latin typeface="+mj-lt"/>
                <a:cs typeface="Lucida Sans"/>
              </a:rPr>
              <a:t>with</a:t>
            </a:r>
            <a:r>
              <a:rPr lang="es-ES" b="0" i="1" spc="-5" dirty="0">
                <a:latin typeface="+mj-lt"/>
                <a:cs typeface="Lucida Sans"/>
              </a:rPr>
              <a:t> </a:t>
            </a:r>
            <a:r>
              <a:rPr lang="es-ES" b="0" i="1" spc="-5" dirty="0" err="1">
                <a:latin typeface="+mj-lt"/>
                <a:cs typeface="Lucida Sans"/>
              </a:rPr>
              <a:t>the</a:t>
            </a:r>
            <a:r>
              <a:rPr lang="es-ES" b="0" i="1" spc="-5" dirty="0">
                <a:latin typeface="+mj-lt"/>
                <a:cs typeface="Lucida Sans"/>
              </a:rPr>
              <a:t> demo UPVfab PDK. </a:t>
            </a:r>
            <a:r>
              <a:rPr lang="es-ES" b="0" i="1" spc="-5" dirty="0" err="1">
                <a:latin typeface="+mj-lt"/>
                <a:cs typeface="Lucida Sans"/>
              </a:rPr>
              <a:t>Let's</a:t>
            </a:r>
            <a:r>
              <a:rPr lang="es-ES" b="0" i="1" spc="-5" dirty="0">
                <a:latin typeface="+mj-lt"/>
                <a:cs typeface="Lucida Sans"/>
              </a:rPr>
              <a:t> </a:t>
            </a:r>
            <a:r>
              <a:rPr lang="es-ES" b="0" i="1" spc="-5" dirty="0" err="1">
                <a:latin typeface="+mj-lt"/>
                <a:cs typeface="Lucida Sans"/>
              </a:rPr>
              <a:t>view</a:t>
            </a:r>
            <a:r>
              <a:rPr lang="es-ES" b="0" i="1" spc="-5" dirty="0">
                <a:latin typeface="+mj-lt"/>
                <a:cs typeface="Lucida Sans"/>
              </a:rPr>
              <a:t> </a:t>
            </a:r>
            <a:r>
              <a:rPr lang="es-ES" b="0" i="1" spc="-5" dirty="0" err="1">
                <a:latin typeface="+mj-lt"/>
                <a:cs typeface="Lucida Sans"/>
              </a:rPr>
              <a:t>the</a:t>
            </a:r>
            <a:r>
              <a:rPr lang="es-ES" b="0" i="1" spc="-5" dirty="0">
                <a:latin typeface="+mj-lt"/>
                <a:cs typeface="Lucida Sans"/>
              </a:rPr>
              <a:t> </a:t>
            </a:r>
            <a:r>
              <a:rPr lang="es-ES" b="0" i="1" spc="-5" dirty="0" err="1">
                <a:latin typeface="+mj-lt"/>
                <a:cs typeface="Lucida Sans"/>
              </a:rPr>
              <a:t>layer</a:t>
            </a:r>
            <a:r>
              <a:rPr lang="es-ES" b="0" i="1" spc="-5" dirty="0">
                <a:latin typeface="+mj-lt"/>
                <a:cs typeface="Lucida Sans"/>
              </a:rPr>
              <a:t> </a:t>
            </a:r>
            <a:r>
              <a:rPr lang="es-ES" b="0" i="1" spc="-5" dirty="0" err="1">
                <a:latin typeface="+mj-lt"/>
                <a:cs typeface="Lucida Sans"/>
              </a:rPr>
              <a:t>distribution</a:t>
            </a:r>
            <a:r>
              <a:rPr lang="es-ES" b="0" i="1" spc="-5" dirty="0">
                <a:latin typeface="+mj-lt"/>
                <a:cs typeface="Lucida Sans"/>
              </a:rPr>
              <a:t> </a:t>
            </a:r>
            <a:r>
              <a:rPr lang="es-ES" b="0" i="1" spc="-5" dirty="0" err="1">
                <a:latin typeface="+mj-lt"/>
                <a:cs typeface="Lucida Sans"/>
              </a:rPr>
              <a:t>of</a:t>
            </a:r>
            <a:r>
              <a:rPr lang="es-ES" b="0" i="1" spc="-5" dirty="0">
                <a:latin typeface="+mj-lt"/>
                <a:cs typeface="Lucida Sans"/>
              </a:rPr>
              <a:t> </a:t>
            </a:r>
            <a:r>
              <a:rPr lang="es-ES" b="0" i="1" spc="-5" dirty="0" err="1">
                <a:latin typeface="+mj-lt"/>
                <a:cs typeface="Lucida Sans"/>
              </a:rPr>
              <a:t>this</a:t>
            </a:r>
            <a:r>
              <a:rPr lang="es-ES" b="0" i="1" spc="-5" dirty="0">
                <a:latin typeface="+mj-lt"/>
                <a:cs typeface="Lucida Sans"/>
              </a:rPr>
              <a:t> PDK”</a:t>
            </a:r>
            <a:endParaRPr sz="2500" b="0" i="1"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r>
              <a:rPr lang="es-ES_tradnl" sz="1200" dirty="0">
                <a:latin typeface="Arial" panose="020B0604020202020204" pitchFamily="34" charset="0"/>
                <a:cs typeface="Arial" panose="020B0604020202020204" pitchFamily="34" charset="0"/>
              </a:rPr>
              <a:t>Un PDK (Process </a:t>
            </a:r>
            <a:r>
              <a:rPr lang="es-ES_tradnl" sz="1200" dirty="0" err="1">
                <a:latin typeface="Arial" panose="020B0604020202020204" pitchFamily="34" charset="0"/>
                <a:cs typeface="Arial" panose="020B0604020202020204" pitchFamily="34" charset="0"/>
              </a:rPr>
              <a:t>Design</a:t>
            </a:r>
            <a:r>
              <a:rPr lang="es-ES_tradnl" sz="1200" dirty="0">
                <a:latin typeface="Arial" panose="020B0604020202020204" pitchFamily="34" charset="0"/>
                <a:cs typeface="Arial" panose="020B0604020202020204" pitchFamily="34" charset="0"/>
              </a:rPr>
              <a:t> Kit) es un conjunto de herramientas, archivos tecnológicos y componentes validados que una ‘</a:t>
            </a:r>
            <a:r>
              <a:rPr lang="es-ES_tradnl" sz="1200" dirty="0" err="1">
                <a:latin typeface="Arial" panose="020B0604020202020204" pitchFamily="34" charset="0"/>
                <a:cs typeface="Arial" panose="020B0604020202020204" pitchFamily="34" charset="0"/>
              </a:rPr>
              <a:t>foundry</a:t>
            </a:r>
            <a:r>
              <a:rPr lang="es-ES_tradnl" sz="1200" dirty="0">
                <a:latin typeface="Arial" panose="020B0604020202020204" pitchFamily="34" charset="0"/>
                <a:cs typeface="Arial" panose="020B0604020202020204" pitchFamily="34" charset="0"/>
              </a:rPr>
              <a:t>’ pone a disposición de los diseñadores para crear circuitos integrados compatibles con su proceso de fabricación.</a:t>
            </a:r>
          </a:p>
          <a:p>
            <a:endParaRPr lang="es-ES_tradnl" sz="1200" dirty="0">
              <a:latin typeface="Arial" panose="020B0604020202020204" pitchFamily="34" charset="0"/>
              <a:cs typeface="Arial" panose="020B0604020202020204" pitchFamily="34" charset="0"/>
            </a:endParaRPr>
          </a:p>
          <a:p>
            <a:r>
              <a:rPr lang="es-ES_tradnl" sz="1200" dirty="0">
                <a:latin typeface="Arial" panose="020B0604020202020204" pitchFamily="34" charset="0"/>
                <a:cs typeface="Arial" panose="020B0604020202020204" pitchFamily="34" charset="0"/>
              </a:rPr>
              <a:t>En un PDK, las capas del </a:t>
            </a:r>
            <a:r>
              <a:rPr lang="es-ES_tradnl" sz="1200" dirty="0" err="1">
                <a:latin typeface="Arial" panose="020B0604020202020204" pitchFamily="34" charset="0"/>
                <a:cs typeface="Arial" panose="020B0604020202020204" pitchFamily="34" charset="0"/>
              </a:rPr>
              <a:t>layout</a:t>
            </a:r>
            <a:r>
              <a:rPr lang="es-ES_tradnl" sz="1200" dirty="0">
                <a:latin typeface="Arial" panose="020B0604020202020204" pitchFamily="34" charset="0"/>
                <a:cs typeface="Arial" panose="020B0604020202020204" pitchFamily="34" charset="0"/>
              </a:rPr>
              <a:t> representan las distintas máscaras litográficas y las etapas físicas del proceso de fabricación, como el grabado del silicio, el dopado, la deposición de metales o la formación de capas de nitruro, entre otras.</a:t>
            </a: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8BEC3D78-C227-4F8E-7F5D-F398FB043D20}"/>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79846CA-3135-F17C-30E1-A4B43673A6B4}"/>
              </a:ext>
            </a:extLst>
          </p:cNvPr>
          <p:cNvPicPr>
            <a:picLocks noChangeAspect="1"/>
          </p:cNvPicPr>
          <p:nvPr/>
        </p:nvPicPr>
        <p:blipFill>
          <a:blip r:embed="rId4"/>
          <a:stretch>
            <a:fillRect/>
          </a:stretch>
        </p:blipFill>
        <p:spPr>
          <a:xfrm>
            <a:off x="7239000" y="1600200"/>
            <a:ext cx="3936671" cy="2971801"/>
          </a:xfrm>
          <a:prstGeom prst="rect">
            <a:avLst/>
          </a:prstGeom>
        </p:spPr>
      </p:pic>
      <p:pic>
        <p:nvPicPr>
          <p:cNvPr id="11" name="Picture 10">
            <a:extLst>
              <a:ext uri="{FF2B5EF4-FFF2-40B4-BE49-F238E27FC236}">
                <a16:creationId xmlns:a16="http://schemas.microsoft.com/office/drawing/2014/main" id="{FC4F710B-5216-BC2E-ED68-3C6031E5A8A6}"/>
              </a:ext>
            </a:extLst>
          </p:cNvPr>
          <p:cNvPicPr>
            <a:picLocks noChangeAspect="1"/>
          </p:cNvPicPr>
          <p:nvPr/>
        </p:nvPicPr>
        <p:blipFill>
          <a:blip r:embed="rId5"/>
          <a:stretch>
            <a:fillRect/>
          </a:stretch>
        </p:blipFill>
        <p:spPr>
          <a:xfrm>
            <a:off x="1143000" y="1621277"/>
            <a:ext cx="4156556" cy="2822489"/>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21758-3D0C-3510-194A-4075C73D458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F925C6-A9EE-0450-6CF3-EB5E905BE7E0}"/>
              </a:ext>
            </a:extLst>
          </p:cNvPr>
          <p:cNvSpPr txBox="1">
            <a:spLocks noGrp="1"/>
          </p:cNvSpPr>
          <p:nvPr>
            <p:ph type="title"/>
          </p:nvPr>
        </p:nvSpPr>
        <p:spPr>
          <a:xfrm>
            <a:off x="615926" y="139568"/>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Directional coupler</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61751C67-979A-7D64-9474-F594568485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5A815B6-7BA3-E2CF-377E-EACA0F621FAA}"/>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18AEC9F-5174-0EEA-5CD3-65515392F16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A1BE4500-9BE4-025B-9167-E8AC6466B028}"/>
              </a:ext>
            </a:extLst>
          </p:cNvPr>
          <p:cNvSpPr txBox="1"/>
          <p:nvPr/>
        </p:nvSpPr>
        <p:spPr>
          <a:xfrm>
            <a:off x="615926" y="5552617"/>
            <a:ext cx="11199971" cy="830997"/>
          </a:xfrm>
          <a:prstGeom prst="rect">
            <a:avLst/>
          </a:prstGeom>
          <a:solidFill>
            <a:schemeClr val="bg1">
              <a:lumMod val="95000"/>
            </a:schemeClr>
          </a:solidFill>
          <a:ln w="28575">
            <a:solidFill>
              <a:srgbClr val="E0700D"/>
            </a:solidFill>
          </a:ln>
        </p:spPr>
        <p:txBody>
          <a:bodyPr wrap="square" rtlCol="0">
            <a:spAutoFit/>
          </a:bodyPr>
          <a:lstStyle/>
          <a:p>
            <a:r>
              <a:rPr lang="es-ES_tradnl" sz="1200" dirty="0">
                <a:latin typeface="Arial" panose="020B0604020202020204" pitchFamily="34" charset="0"/>
                <a:cs typeface="Arial" panose="020B0604020202020204" pitchFamily="34" charset="0"/>
              </a:rPr>
              <a:t>El siguiente componente corresponde al acoplador direccional desarrollado en la Práctica 2. Se trata de un divisor óptico 2×2 basado en la interferencia de modos acoplados, diseñado para obtener una constante de acoplamiento de k=0.5. Sus principales parámetros son una longitud de la región de acoplamiento de 47.014 µm, una separación entre guías (gap) de 0.6 µm y un ancho de guía de 1.2 µm. Además, las curvatura de las guías desplazan las entradas y salidas respecto al centro del dispositivo (40.0 µm en el eje Y </a:t>
            </a:r>
            <a:r>
              <a:rPr lang="es-ES_tradnl" sz="1200" dirty="0" err="1">
                <a:latin typeface="Arial" panose="020B0604020202020204" pitchFamily="34" charset="0"/>
                <a:cs typeface="Arial" panose="020B0604020202020204" pitchFamily="34" charset="0"/>
              </a:rPr>
              <a:t>y</a:t>
            </a:r>
            <a:r>
              <a:rPr lang="es-ES_tradnl" sz="1200" dirty="0">
                <a:latin typeface="Arial" panose="020B0604020202020204" pitchFamily="34" charset="0"/>
                <a:cs typeface="Arial" panose="020B0604020202020204" pitchFamily="34" charset="0"/>
              </a:rPr>
              <a:t> 30.0 µm en el eje X).</a:t>
            </a:r>
          </a:p>
        </p:txBody>
      </p:sp>
      <p:sp>
        <p:nvSpPr>
          <p:cNvPr id="6" name="Rectángulo 5">
            <a:extLst>
              <a:ext uri="{FF2B5EF4-FFF2-40B4-BE49-F238E27FC236}">
                <a16:creationId xmlns:a16="http://schemas.microsoft.com/office/drawing/2014/main" id="{FB364273-7E07-9E83-F4A6-1AFD1AEFE243}"/>
              </a:ext>
            </a:extLst>
          </p:cNvPr>
          <p:cNvSpPr/>
          <p:nvPr/>
        </p:nvSpPr>
        <p:spPr>
          <a:xfrm>
            <a:off x="609441" y="1305382"/>
            <a:ext cx="5562759" cy="414623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8C1E968B-0AE0-37CB-7468-A50896329E70}"/>
              </a:ext>
            </a:extLst>
          </p:cNvPr>
          <p:cNvSpPr/>
          <p:nvPr/>
        </p:nvSpPr>
        <p:spPr>
          <a:xfrm>
            <a:off x="6476841" y="1305383"/>
            <a:ext cx="5410359" cy="414623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6051730-9394-F624-753D-0DE79F910691}"/>
              </a:ext>
            </a:extLst>
          </p:cNvPr>
          <p:cNvPicPr>
            <a:picLocks noChangeAspect="1"/>
          </p:cNvPicPr>
          <p:nvPr/>
        </p:nvPicPr>
        <p:blipFill>
          <a:blip r:embed="rId4"/>
          <a:stretch>
            <a:fillRect/>
          </a:stretch>
        </p:blipFill>
        <p:spPr>
          <a:xfrm>
            <a:off x="6600663" y="1420405"/>
            <a:ext cx="5162713" cy="3897342"/>
          </a:xfrm>
          <a:prstGeom prst="rect">
            <a:avLst/>
          </a:prstGeom>
        </p:spPr>
      </p:pic>
      <p:pic>
        <p:nvPicPr>
          <p:cNvPr id="11" name="Picture 10">
            <a:extLst>
              <a:ext uri="{FF2B5EF4-FFF2-40B4-BE49-F238E27FC236}">
                <a16:creationId xmlns:a16="http://schemas.microsoft.com/office/drawing/2014/main" id="{1837B12A-E7D8-2DC9-CA63-35172CFE3A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524000" y="1471690"/>
            <a:ext cx="3921281" cy="3844991"/>
          </a:xfrm>
          <a:prstGeom prst="rect">
            <a:avLst/>
          </a:prstGeom>
        </p:spPr>
      </p:pic>
    </p:spTree>
    <p:extLst>
      <p:ext uri="{BB962C8B-B14F-4D97-AF65-F5344CB8AC3E}">
        <p14:creationId xmlns:p14="http://schemas.microsoft.com/office/powerpoint/2010/main" val="1196424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979FC-8E95-D85B-8F93-43E19861974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4434F37-FA8E-936A-7935-E6A1D3A41295}"/>
              </a:ext>
            </a:extLst>
          </p:cNvPr>
          <p:cNvSpPr txBox="1">
            <a:spLocks noGrp="1"/>
          </p:cNvSpPr>
          <p:nvPr>
            <p:ph type="title"/>
          </p:nvPr>
        </p:nvSpPr>
        <p:spPr>
          <a:xfrm>
            <a:off x="615926" y="139568"/>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MMI</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E8BA8DA6-BE00-385A-67AE-2A813E0634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F56A689-EEBD-EA46-CAD8-57C8C8342C79}"/>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D9D88A91-9FC2-C3C6-FACE-775492B07863}"/>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32911385-1CDF-A9E9-9CC7-B28F3BA76BCB}"/>
              </a:ext>
            </a:extLst>
          </p:cNvPr>
          <p:cNvSpPr txBox="1"/>
          <p:nvPr/>
        </p:nvSpPr>
        <p:spPr>
          <a:xfrm>
            <a:off x="304801" y="5574983"/>
            <a:ext cx="11700884" cy="64633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Aqui </a:t>
            </a:r>
            <a:r>
              <a:rPr lang="en-US" sz="1200" dirty="0" err="1">
                <a:latin typeface="Arial" panose="020B0604020202020204" pitchFamily="34" charset="0"/>
                <a:cs typeface="Arial" panose="020B0604020202020204" pitchFamily="34" charset="0"/>
              </a:rPr>
              <a:t>observamos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Bloque MMI. Los </a:t>
            </a:r>
            <a:r>
              <a:rPr lang="en-US" sz="1200" dirty="0" err="1">
                <a:latin typeface="Arial" panose="020B0604020202020204" pitchFamily="34" charset="0"/>
                <a:cs typeface="Arial" panose="020B0604020202020204" pitchFamily="34" charset="0"/>
              </a:rPr>
              <a:t>parámetros</a:t>
            </a:r>
            <a:r>
              <a:rPr lang="en-US" sz="1200" dirty="0">
                <a:latin typeface="Arial" panose="020B0604020202020204" pitchFamily="34" charset="0"/>
                <a:cs typeface="Arial" panose="020B0604020202020204" pitchFamily="34" charset="0"/>
              </a:rPr>
              <a:t> son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siguientes</a:t>
            </a:r>
            <a:r>
              <a:rPr lang="en-US" sz="1200" dirty="0">
                <a:latin typeface="Arial" panose="020B0604020202020204" pitchFamily="34" charset="0"/>
                <a:cs typeface="Arial" panose="020B0604020202020204" pitchFamily="34" charset="0"/>
              </a:rPr>
              <a:t> L_MMI = 34.2180 µm y </a:t>
            </a:r>
            <a:r>
              <a:rPr lang="en-US" sz="1200" dirty="0" err="1">
                <a:latin typeface="Arial" panose="020B0604020202020204" pitchFamily="34" charset="0"/>
                <a:cs typeface="Arial" panose="020B0604020202020204" pitchFamily="34" charset="0"/>
              </a:rPr>
              <a:t>W_wg</a:t>
            </a:r>
            <a:r>
              <a:rPr lang="en-US" sz="1200" dirty="0">
                <a:latin typeface="Arial" panose="020B0604020202020204" pitchFamily="34" charset="0"/>
                <a:cs typeface="Arial" panose="020B0604020202020204" pitchFamily="34" charset="0"/>
              </a:rPr>
              <a:t> = 1.0 µm con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acceso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L_wg</a:t>
            </a:r>
            <a:r>
              <a:rPr lang="en-US" sz="1200" dirty="0">
                <a:latin typeface="Arial" panose="020B0604020202020204" pitchFamily="34" charset="0"/>
                <a:cs typeface="Arial" panose="020B0604020202020204" pitchFamily="34" charset="0"/>
              </a:rPr>
              <a:t> = 10.0 µm y W_MMI = 6.6 µm. </a:t>
            </a:r>
            <a:r>
              <a:rPr lang="en-US" sz="1200" dirty="0" err="1">
                <a:latin typeface="Arial" panose="020B0604020202020204" pitchFamily="34" charset="0"/>
                <a:cs typeface="Arial" panose="020B0604020202020204" pitchFamily="34" charset="0"/>
              </a:rPr>
              <a:t>Igual</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misma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medida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bloque</a:t>
            </a:r>
            <a:r>
              <a:rPr lang="en-US" sz="1200" dirty="0">
                <a:latin typeface="Arial" panose="020B0604020202020204" pitchFamily="34" charset="0"/>
                <a:cs typeface="Arial" panose="020B0604020202020204" pitchFamily="34" charset="0"/>
              </a:rPr>
              <a:t> anterior hay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curvatura</a:t>
            </a:r>
            <a:r>
              <a:rPr lang="en-US" sz="1200" dirty="0">
                <a:latin typeface="Arial" panose="020B0604020202020204" pitchFamily="34" charset="0"/>
                <a:cs typeface="Arial" panose="020B0604020202020204" pitchFamily="34" charset="0"/>
              </a:rPr>
              <a:t> de las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respecto</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eje</a:t>
            </a:r>
            <a:r>
              <a:rPr lang="en-US" sz="1200" dirty="0">
                <a:latin typeface="Arial" panose="020B0604020202020204" pitchFamily="34" charset="0"/>
                <a:cs typeface="Arial" panose="020B0604020202020204" pitchFamily="34" charset="0"/>
              </a:rPr>
              <a:t> central,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suele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facilitar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conexión</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resto de </a:t>
            </a:r>
            <a:r>
              <a:rPr lang="en-US" sz="1200" dirty="0" err="1">
                <a:latin typeface="Arial" panose="020B0604020202020204" pitchFamily="34" charset="0"/>
                <a:cs typeface="Arial" panose="020B0604020202020204" pitchFamily="34" charset="0"/>
              </a:rPr>
              <a:t>componentes</a:t>
            </a:r>
            <a:r>
              <a:rPr lang="en-US" sz="1200" dirty="0">
                <a:latin typeface="Arial" panose="020B0604020202020204" pitchFamily="34" charset="0"/>
                <a:cs typeface="Arial" panose="020B0604020202020204" pitchFamily="34" charset="0"/>
              </a:rPr>
              <a:t>. Como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sabemos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según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configuración</a:t>
            </a:r>
            <a:r>
              <a:rPr lang="en-US" sz="1200" dirty="0">
                <a:latin typeface="Arial" panose="020B0604020202020204" pitchFamily="34" charset="0"/>
                <a:cs typeface="Arial" panose="020B0604020202020204" pitchFamily="34" charset="0"/>
              </a:rPr>
              <a:t> de las entradas y </a:t>
            </a:r>
            <a:r>
              <a:rPr lang="en-US" sz="1200" dirty="0" err="1">
                <a:latin typeface="Arial" panose="020B0604020202020204" pitchFamily="34" charset="0"/>
                <a:cs typeface="Arial" panose="020B0604020202020204" pitchFamily="34" charset="0"/>
              </a:rPr>
              <a:t>salidas</a:t>
            </a:r>
            <a:r>
              <a:rPr lang="en-US" sz="1200" dirty="0">
                <a:latin typeface="Arial" panose="020B0604020202020204" pitchFamily="34" charset="0"/>
                <a:cs typeface="Arial" panose="020B0604020202020204" pitchFamily="34" charset="0"/>
              </a:rPr>
              <a:t> y de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bloque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obtiene</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tipo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interferencia</a:t>
            </a:r>
            <a:r>
              <a:rPr lang="en-US" sz="1200" dirty="0">
                <a:latin typeface="Arial" panose="020B0604020202020204" pitchFamily="34" charset="0"/>
                <a:cs typeface="Arial" panose="020B0604020202020204" pitchFamily="34" charset="0"/>
              </a:rPr>
              <a:t> u </a:t>
            </a:r>
            <a:r>
              <a:rPr lang="en-US" sz="1200" dirty="0" err="1">
                <a:latin typeface="Arial" panose="020B0604020202020204" pitchFamily="34" charset="0"/>
                <a:cs typeface="Arial" panose="020B0604020202020204" pitchFamily="34" charset="0"/>
              </a:rPr>
              <a:t>otra</a:t>
            </a:r>
            <a:r>
              <a:rPr lang="en-US" sz="1200" dirty="0">
                <a:latin typeface="Arial" panose="020B0604020202020204" pitchFamily="34" charset="0"/>
                <a:cs typeface="Arial" panose="020B0604020202020204" pitchFamily="34" charset="0"/>
              </a:rPr>
              <a:t>.</a:t>
            </a:r>
          </a:p>
        </p:txBody>
      </p:sp>
      <p:sp>
        <p:nvSpPr>
          <p:cNvPr id="6" name="Rectángulo 5">
            <a:extLst>
              <a:ext uri="{FF2B5EF4-FFF2-40B4-BE49-F238E27FC236}">
                <a16:creationId xmlns:a16="http://schemas.microsoft.com/office/drawing/2014/main" id="{B692B07D-64FB-A9E2-3EEF-ABD0D1A52894}"/>
              </a:ext>
            </a:extLst>
          </p:cNvPr>
          <p:cNvSpPr/>
          <p:nvPr/>
        </p:nvSpPr>
        <p:spPr>
          <a:xfrm>
            <a:off x="304800" y="1305382"/>
            <a:ext cx="6343839" cy="414623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7156743E-D42E-F457-3278-4A51E56A362E}"/>
              </a:ext>
            </a:extLst>
          </p:cNvPr>
          <p:cNvSpPr/>
          <p:nvPr/>
        </p:nvSpPr>
        <p:spPr>
          <a:xfrm>
            <a:off x="6783018" y="1305383"/>
            <a:ext cx="5222667" cy="414623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C88B922E-F805-9A9F-7FE6-344E9CB2BA9C}"/>
              </a:ext>
            </a:extLst>
          </p:cNvPr>
          <p:cNvPicPr>
            <a:picLocks noChangeAspect="1"/>
          </p:cNvPicPr>
          <p:nvPr/>
        </p:nvPicPr>
        <p:blipFill>
          <a:blip r:embed="rId4"/>
          <a:stretch>
            <a:fillRect/>
          </a:stretch>
        </p:blipFill>
        <p:spPr>
          <a:xfrm>
            <a:off x="6817543" y="1429900"/>
            <a:ext cx="5222667" cy="3942601"/>
          </a:xfrm>
          <a:prstGeom prst="rect">
            <a:avLst/>
          </a:prstGeom>
        </p:spPr>
      </p:pic>
      <p:pic>
        <p:nvPicPr>
          <p:cNvPr id="10" name="Picture 9">
            <a:extLst>
              <a:ext uri="{FF2B5EF4-FFF2-40B4-BE49-F238E27FC236}">
                <a16:creationId xmlns:a16="http://schemas.microsoft.com/office/drawing/2014/main" id="{16F381D2-815A-2133-E51A-8C11C4E7E2B8}"/>
              </a:ext>
            </a:extLst>
          </p:cNvPr>
          <p:cNvPicPr>
            <a:picLocks noChangeAspect="1"/>
          </p:cNvPicPr>
          <p:nvPr/>
        </p:nvPicPr>
        <p:blipFill>
          <a:blip r:embed="rId5"/>
          <a:stretch>
            <a:fillRect/>
          </a:stretch>
        </p:blipFill>
        <p:spPr>
          <a:xfrm>
            <a:off x="341106" y="1410540"/>
            <a:ext cx="2088694" cy="3961961"/>
          </a:xfrm>
          <a:prstGeom prst="rect">
            <a:avLst/>
          </a:prstGeom>
        </p:spPr>
      </p:pic>
      <p:pic>
        <p:nvPicPr>
          <p:cNvPr id="13" name="Picture 12">
            <a:extLst>
              <a:ext uri="{FF2B5EF4-FFF2-40B4-BE49-F238E27FC236}">
                <a16:creationId xmlns:a16="http://schemas.microsoft.com/office/drawing/2014/main" id="{66F0BCBF-E416-F16C-8297-CA8D8C093F22}"/>
              </a:ext>
            </a:extLst>
          </p:cNvPr>
          <p:cNvPicPr>
            <a:picLocks noChangeAspect="1"/>
          </p:cNvPicPr>
          <p:nvPr/>
        </p:nvPicPr>
        <p:blipFill>
          <a:blip r:embed="rId6"/>
          <a:stretch>
            <a:fillRect/>
          </a:stretch>
        </p:blipFill>
        <p:spPr>
          <a:xfrm>
            <a:off x="2466106" y="1410540"/>
            <a:ext cx="2092218" cy="3961961"/>
          </a:xfrm>
          <a:prstGeom prst="rect">
            <a:avLst/>
          </a:prstGeom>
        </p:spPr>
      </p:pic>
      <p:pic>
        <p:nvPicPr>
          <p:cNvPr id="15" name="Picture 14">
            <a:extLst>
              <a:ext uri="{FF2B5EF4-FFF2-40B4-BE49-F238E27FC236}">
                <a16:creationId xmlns:a16="http://schemas.microsoft.com/office/drawing/2014/main" id="{8E10AA03-DDC5-D6F9-734B-98AD3CDE117F}"/>
              </a:ext>
            </a:extLst>
          </p:cNvPr>
          <p:cNvPicPr>
            <a:picLocks noChangeAspect="1"/>
          </p:cNvPicPr>
          <p:nvPr/>
        </p:nvPicPr>
        <p:blipFill>
          <a:blip r:embed="rId7"/>
          <a:stretch>
            <a:fillRect/>
          </a:stretch>
        </p:blipFill>
        <p:spPr>
          <a:xfrm>
            <a:off x="4594470" y="1397518"/>
            <a:ext cx="2054169" cy="3961961"/>
          </a:xfrm>
          <a:prstGeom prst="rect">
            <a:avLst/>
          </a:prstGeom>
        </p:spPr>
      </p:pic>
    </p:spTree>
    <p:extLst>
      <p:ext uri="{BB962C8B-B14F-4D97-AF65-F5344CB8AC3E}">
        <p14:creationId xmlns:p14="http://schemas.microsoft.com/office/powerpoint/2010/main" val="2306425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FF6C0-1F4A-2B98-B7D8-69581680E0E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852C59B-A831-53D5-030D-0B24050602D1}"/>
              </a:ext>
            </a:extLst>
          </p:cNvPr>
          <p:cNvSpPr txBox="1">
            <a:spLocks noGrp="1"/>
          </p:cNvSpPr>
          <p:nvPr>
            <p:ph type="title"/>
          </p:nvPr>
        </p:nvSpPr>
        <p:spPr>
          <a:xfrm>
            <a:off x="615926" y="139568"/>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MZI</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9F9A21D5-DDD0-A5AE-ABE9-4524F17B47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52D9653-CB6D-0BC5-9C16-CF4E3CC44A9B}"/>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1C7A215F-2065-D8E1-F464-1D74292677FD}"/>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42E45287-D7DB-77C3-B26A-5C3AF633A980}"/>
              </a:ext>
            </a:extLst>
          </p:cNvPr>
          <p:cNvSpPr txBox="1"/>
          <p:nvPr/>
        </p:nvSpPr>
        <p:spPr>
          <a:xfrm>
            <a:off x="312780" y="5542091"/>
            <a:ext cx="11600701" cy="46166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Podemos </a:t>
            </a:r>
            <a:r>
              <a:rPr lang="en-US" sz="1200" dirty="0" err="1">
                <a:latin typeface="Arial" panose="020B0604020202020204" pitchFamily="34" charset="0"/>
                <a:cs typeface="Arial" panose="020B0604020202020204" pitchFamily="34" charset="0"/>
              </a:rPr>
              <a:t>ahora</a:t>
            </a:r>
            <a:r>
              <a:rPr lang="en-US" sz="1200" dirty="0">
                <a:latin typeface="Arial" panose="020B0604020202020204" pitchFamily="34" charset="0"/>
                <a:cs typeface="Arial" panose="020B0604020202020204" pitchFamily="34" charset="0"/>
              </a:rPr>
              <a:t> observer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interferómetro</a:t>
            </a:r>
            <a:r>
              <a:rPr lang="en-US" sz="1200" dirty="0">
                <a:latin typeface="Arial" panose="020B0604020202020204" pitchFamily="34" charset="0"/>
                <a:cs typeface="Arial" panose="020B0604020202020204" pitchFamily="34" charset="0"/>
              </a:rPr>
              <a:t> Mach-Zehnder (MZI) </a:t>
            </a:r>
            <a:r>
              <a:rPr lang="en-US" sz="1200" dirty="0" err="1">
                <a:latin typeface="Arial" panose="020B0604020202020204" pitchFamily="34" charset="0"/>
                <a:cs typeface="Arial" panose="020B0604020202020204" pitchFamily="34" charset="0"/>
              </a:rPr>
              <a:t>diseñado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Lab3,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cual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formamos</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partir</a:t>
            </a:r>
            <a:r>
              <a:rPr lang="en-US" sz="1200" dirty="0">
                <a:latin typeface="Arial" panose="020B0604020202020204" pitchFamily="34" charset="0"/>
                <a:cs typeface="Arial" panose="020B0604020202020204" pitchFamily="34" charset="0"/>
              </a:rPr>
              <a:t> de dos MMI </a:t>
            </a:r>
            <a:r>
              <a:rPr lang="en-US" sz="1200" dirty="0" err="1">
                <a:latin typeface="Arial" panose="020B0604020202020204" pitchFamily="34" charset="0"/>
                <a:cs typeface="Arial" panose="020B0604020202020204" pitchFamily="34" charset="0"/>
              </a:rPr>
              <a:t>interconectados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rectangulares</a:t>
            </a:r>
            <a:r>
              <a:rPr lang="en-US" sz="1200" dirty="0">
                <a:latin typeface="Arial" panose="020B0604020202020204" pitchFamily="34" charset="0"/>
                <a:cs typeface="Arial" panose="020B0604020202020204" pitchFamily="34" charset="0"/>
              </a:rPr>
              <a:t>. Los </a:t>
            </a:r>
            <a:r>
              <a:rPr lang="en-US" sz="1200" dirty="0" err="1">
                <a:latin typeface="Arial" panose="020B0604020202020204" pitchFamily="34" charset="0"/>
                <a:cs typeface="Arial" panose="020B0604020202020204" pitchFamily="34" charset="0"/>
              </a:rPr>
              <a:t>principales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parámetros</a:t>
            </a:r>
            <a:r>
              <a:rPr lang="en-US" sz="1200" dirty="0">
                <a:latin typeface="Arial" panose="020B0604020202020204" pitchFamily="34" charset="0"/>
                <a:cs typeface="Arial" panose="020B0604020202020204" pitchFamily="34" charset="0"/>
              </a:rPr>
              <a:t> son </a:t>
            </a:r>
            <a:r>
              <a:rPr lang="en-US" sz="1200" dirty="0" err="1">
                <a:latin typeface="Arial" panose="020B0604020202020204" pitchFamily="34" charset="0"/>
                <a:cs typeface="Arial" panose="020B0604020202020204" pitchFamily="34" charset="0"/>
              </a:rPr>
              <a:t>igual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MMI del </a:t>
            </a:r>
            <a:r>
              <a:rPr lang="en-US" sz="1200" dirty="0" err="1">
                <a:latin typeface="Arial" panose="020B0604020202020204" pitchFamily="34" charset="0"/>
                <a:cs typeface="Arial" panose="020B0604020202020204" pitchFamily="34" charset="0"/>
              </a:rPr>
              <a:t>ejercicio</a:t>
            </a:r>
            <a:r>
              <a:rPr lang="en-US" sz="1200" dirty="0">
                <a:latin typeface="Arial" panose="020B0604020202020204" pitchFamily="34" charset="0"/>
                <a:cs typeface="Arial" panose="020B0604020202020204" pitchFamily="34" charset="0"/>
              </a:rPr>
              <a:t> anterior: W_MMI = 6.6 µm, L_MMI = 34.2180 µm, </a:t>
            </a:r>
            <a:r>
              <a:rPr lang="en-US" sz="1200" dirty="0" err="1">
                <a:latin typeface="Arial" panose="020B0604020202020204" pitchFamily="34" charset="0"/>
                <a:cs typeface="Arial" panose="020B0604020202020204" pitchFamily="34" charset="0"/>
              </a:rPr>
              <a:t>W_wg</a:t>
            </a:r>
            <a:r>
              <a:rPr lang="en-US" sz="1200" dirty="0">
                <a:latin typeface="Arial" panose="020B0604020202020204" pitchFamily="34" charset="0"/>
                <a:cs typeface="Arial" panose="020B0604020202020204" pitchFamily="34" charset="0"/>
              </a:rPr>
              <a:t> = 1.0 µm y </a:t>
            </a:r>
            <a:r>
              <a:rPr lang="en-US" sz="1200" dirty="0" err="1">
                <a:latin typeface="Arial" panose="020B0604020202020204" pitchFamily="34" charset="0"/>
                <a:cs typeface="Arial" panose="020B0604020202020204" pitchFamily="34" charset="0"/>
              </a:rPr>
              <a:t>L_wg</a:t>
            </a:r>
            <a:r>
              <a:rPr lang="en-US" sz="1200" dirty="0">
                <a:latin typeface="Arial" panose="020B0604020202020204" pitchFamily="34" charset="0"/>
                <a:cs typeface="Arial" panose="020B0604020202020204" pitchFamily="34" charset="0"/>
              </a:rPr>
              <a:t> = 10.0 µm.</a:t>
            </a:r>
          </a:p>
        </p:txBody>
      </p:sp>
      <p:sp>
        <p:nvSpPr>
          <p:cNvPr id="6" name="Rectángulo 5">
            <a:extLst>
              <a:ext uri="{FF2B5EF4-FFF2-40B4-BE49-F238E27FC236}">
                <a16:creationId xmlns:a16="http://schemas.microsoft.com/office/drawing/2014/main" id="{A57DD567-E83D-470F-98BD-CB124A78A4AC}"/>
              </a:ext>
            </a:extLst>
          </p:cNvPr>
          <p:cNvSpPr/>
          <p:nvPr/>
        </p:nvSpPr>
        <p:spPr>
          <a:xfrm>
            <a:off x="286499" y="1305382"/>
            <a:ext cx="6266702" cy="414623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92D09ADB-B863-9BE6-1EC8-0F9085E2F69D}"/>
              </a:ext>
            </a:extLst>
          </p:cNvPr>
          <p:cNvSpPr/>
          <p:nvPr/>
        </p:nvSpPr>
        <p:spPr>
          <a:xfrm>
            <a:off x="6941964" y="1305383"/>
            <a:ext cx="4945235" cy="414623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C32E248-E483-C695-7B9F-7E50ED9017DE}"/>
              </a:ext>
            </a:extLst>
          </p:cNvPr>
          <p:cNvPicPr>
            <a:picLocks noChangeAspect="1"/>
          </p:cNvPicPr>
          <p:nvPr/>
        </p:nvPicPr>
        <p:blipFill>
          <a:blip r:embed="rId4"/>
          <a:stretch>
            <a:fillRect/>
          </a:stretch>
        </p:blipFill>
        <p:spPr>
          <a:xfrm>
            <a:off x="6941965" y="1550248"/>
            <a:ext cx="4925780" cy="3718481"/>
          </a:xfrm>
          <a:prstGeom prst="rect">
            <a:avLst/>
          </a:prstGeom>
        </p:spPr>
      </p:pic>
      <p:pic>
        <p:nvPicPr>
          <p:cNvPr id="10" name="Picture 9">
            <a:extLst>
              <a:ext uri="{FF2B5EF4-FFF2-40B4-BE49-F238E27FC236}">
                <a16:creationId xmlns:a16="http://schemas.microsoft.com/office/drawing/2014/main" id="{F66BB324-0CA2-BCFD-3AA6-247D5DF7DA9A}"/>
              </a:ext>
            </a:extLst>
          </p:cNvPr>
          <p:cNvPicPr>
            <a:picLocks noChangeAspect="1"/>
          </p:cNvPicPr>
          <p:nvPr/>
        </p:nvPicPr>
        <p:blipFill>
          <a:blip r:embed="rId5"/>
          <a:stretch>
            <a:fillRect/>
          </a:stretch>
        </p:blipFill>
        <p:spPr>
          <a:xfrm>
            <a:off x="371678" y="1788886"/>
            <a:ext cx="3023853" cy="3431381"/>
          </a:xfrm>
          <a:prstGeom prst="rect">
            <a:avLst/>
          </a:prstGeom>
        </p:spPr>
      </p:pic>
      <p:pic>
        <p:nvPicPr>
          <p:cNvPr id="13" name="Picture 12">
            <a:extLst>
              <a:ext uri="{FF2B5EF4-FFF2-40B4-BE49-F238E27FC236}">
                <a16:creationId xmlns:a16="http://schemas.microsoft.com/office/drawing/2014/main" id="{66CC9485-5FC1-DE8B-82C8-3049154FA3AC}"/>
              </a:ext>
            </a:extLst>
          </p:cNvPr>
          <p:cNvPicPr>
            <a:picLocks noChangeAspect="1"/>
          </p:cNvPicPr>
          <p:nvPr/>
        </p:nvPicPr>
        <p:blipFill>
          <a:blip r:embed="rId6"/>
          <a:stretch>
            <a:fillRect/>
          </a:stretch>
        </p:blipFill>
        <p:spPr>
          <a:xfrm>
            <a:off x="3421471" y="1916721"/>
            <a:ext cx="3100393" cy="3218387"/>
          </a:xfrm>
          <a:prstGeom prst="rect">
            <a:avLst/>
          </a:prstGeom>
        </p:spPr>
      </p:pic>
    </p:spTree>
    <p:extLst>
      <p:ext uri="{BB962C8B-B14F-4D97-AF65-F5344CB8AC3E}">
        <p14:creationId xmlns:p14="http://schemas.microsoft.com/office/powerpoint/2010/main" val="2823359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85CFF-3B1F-C0C3-1910-0B2FFB182C5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698103D-4980-96AD-9E02-5A42FC63C625}"/>
              </a:ext>
            </a:extLst>
          </p:cNvPr>
          <p:cNvSpPr txBox="1">
            <a:spLocks noGrp="1"/>
          </p:cNvSpPr>
          <p:nvPr>
            <p:ph type="title"/>
          </p:nvPr>
        </p:nvSpPr>
        <p:spPr>
          <a:xfrm>
            <a:off x="615926" y="139568"/>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Ring Resonator</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02CAE1E8-C0EA-1770-55E4-FE9BE6F5A5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A24B190-1450-11AA-FB74-10B29B059B7D}"/>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2FC258A7-7A6A-EA90-BA61-DDFB0BA6DF9C}"/>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7D34343E-ED2B-7B95-2285-752CABC1380C}"/>
              </a:ext>
            </a:extLst>
          </p:cNvPr>
          <p:cNvSpPr txBox="1"/>
          <p:nvPr/>
        </p:nvSpPr>
        <p:spPr>
          <a:xfrm>
            <a:off x="304801" y="5574983"/>
            <a:ext cx="11700884" cy="64633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Por </a:t>
            </a:r>
            <a:r>
              <a:rPr lang="en-US" sz="1200" dirty="0" err="1">
                <a:latin typeface="Arial" panose="020B0604020202020204" pitchFamily="34" charset="0"/>
                <a:cs typeface="Arial" panose="020B0604020202020204" pitchFamily="34" charset="0"/>
              </a:rPr>
              <a:t>último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podemos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resonador</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anillo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formado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un MMI con W_MMI = 6.6 µm, L_MMI = 34.218 µm y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W_wg</a:t>
            </a:r>
            <a:r>
              <a:rPr lang="en-US" sz="1200" dirty="0">
                <a:latin typeface="Arial" panose="020B0604020202020204" pitchFamily="34" charset="0"/>
                <a:cs typeface="Arial" panose="020B0604020202020204" pitchFamily="34" charset="0"/>
              </a:rPr>
              <a:t> = 1.0 µm y </a:t>
            </a:r>
            <a:r>
              <a:rPr lang="en-US" sz="1200" dirty="0" err="1">
                <a:latin typeface="Arial" panose="020B0604020202020204" pitchFamily="34" charset="0"/>
                <a:cs typeface="Arial" panose="020B0604020202020204" pitchFamily="34" charset="0"/>
              </a:rPr>
              <a:t>L_wg</a:t>
            </a:r>
            <a:r>
              <a:rPr lang="en-US" sz="1200" dirty="0">
                <a:latin typeface="Arial" panose="020B0604020202020204" pitchFamily="34" charset="0"/>
                <a:cs typeface="Arial" panose="020B0604020202020204" pitchFamily="34" charset="0"/>
              </a:rPr>
              <a:t> = 10.0 µm. El </a:t>
            </a:r>
            <a:r>
              <a:rPr lang="en-US" sz="1200" dirty="0" err="1">
                <a:latin typeface="Arial" panose="020B0604020202020204" pitchFamily="34" charset="0"/>
                <a:cs typeface="Arial" panose="020B0604020202020204" pitchFamily="34" charset="0"/>
              </a:rPr>
              <a:t>anillo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cuenta</a:t>
            </a:r>
            <a:r>
              <a:rPr lang="en-US" sz="1200" dirty="0">
                <a:latin typeface="Arial" panose="020B0604020202020204" pitchFamily="34" charset="0"/>
                <a:cs typeface="Arial" panose="020B0604020202020204" pitchFamily="34" charset="0"/>
              </a:rPr>
              <a:t> con un radio de 50.0 µm. Para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construcción</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basa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dos curvas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cada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del MMI, </a:t>
            </a:r>
            <a:r>
              <a:rPr lang="en-US" sz="1200" dirty="0" err="1">
                <a:latin typeface="Arial" panose="020B0604020202020204" pitchFamily="34" charset="0"/>
                <a:cs typeface="Arial" panose="020B0604020202020204" pitchFamily="34" charset="0"/>
              </a:rPr>
              <a:t>conectadas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parte</a:t>
            </a:r>
            <a:r>
              <a:rPr lang="en-US" sz="1200" dirty="0">
                <a:latin typeface="Arial" panose="020B0604020202020204" pitchFamily="34" charset="0"/>
                <a:cs typeface="Arial" panose="020B0604020202020204" pitchFamily="34" charset="0"/>
              </a:rPr>
              <a:t> superior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recta de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mide</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mismo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separación</a:t>
            </a:r>
            <a:r>
              <a:rPr lang="en-US" sz="1200" dirty="0">
                <a:latin typeface="Arial" panose="020B0604020202020204" pitchFamily="34" charset="0"/>
                <a:cs typeface="Arial" panose="020B0604020202020204" pitchFamily="34" charset="0"/>
              </a:rPr>
              <a:t> entre </a:t>
            </a:r>
            <a:r>
              <a:rPr lang="en-US" sz="1200" dirty="0" err="1">
                <a:latin typeface="Arial" panose="020B0604020202020204" pitchFamily="34" charset="0"/>
                <a:cs typeface="Arial" panose="020B0604020202020204" pitchFamily="34" charset="0"/>
              </a:rPr>
              <a:t>puertos</a:t>
            </a:r>
            <a:r>
              <a:rPr lang="en-US" sz="1200" dirty="0">
                <a:latin typeface="Arial" panose="020B0604020202020204" pitchFamily="34" charset="0"/>
                <a:cs typeface="Arial" panose="020B0604020202020204" pitchFamily="34" charset="0"/>
              </a:rPr>
              <a:t>.</a:t>
            </a:r>
          </a:p>
        </p:txBody>
      </p:sp>
      <p:sp>
        <p:nvSpPr>
          <p:cNvPr id="6" name="Rectángulo 5">
            <a:extLst>
              <a:ext uri="{FF2B5EF4-FFF2-40B4-BE49-F238E27FC236}">
                <a16:creationId xmlns:a16="http://schemas.microsoft.com/office/drawing/2014/main" id="{CBB8069B-8EC9-3E57-7444-4B7E6A7F323D}"/>
              </a:ext>
            </a:extLst>
          </p:cNvPr>
          <p:cNvSpPr/>
          <p:nvPr/>
        </p:nvSpPr>
        <p:spPr>
          <a:xfrm>
            <a:off x="304800" y="1305382"/>
            <a:ext cx="7239000" cy="414623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FACD0109-F3F6-779E-27B6-3140A43C1521}"/>
              </a:ext>
            </a:extLst>
          </p:cNvPr>
          <p:cNvSpPr/>
          <p:nvPr/>
        </p:nvSpPr>
        <p:spPr>
          <a:xfrm>
            <a:off x="7696200" y="1305383"/>
            <a:ext cx="4309485" cy="414623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11C20E0E-B364-05B7-C9DB-6E3A53207DCD}"/>
              </a:ext>
            </a:extLst>
          </p:cNvPr>
          <p:cNvPicPr>
            <a:picLocks noChangeAspect="1"/>
          </p:cNvPicPr>
          <p:nvPr/>
        </p:nvPicPr>
        <p:blipFill>
          <a:blip r:embed="rId4"/>
          <a:stretch>
            <a:fillRect/>
          </a:stretch>
        </p:blipFill>
        <p:spPr>
          <a:xfrm>
            <a:off x="609600" y="1370429"/>
            <a:ext cx="1824125" cy="4016139"/>
          </a:xfrm>
          <a:prstGeom prst="rect">
            <a:avLst/>
          </a:prstGeom>
        </p:spPr>
      </p:pic>
      <p:pic>
        <p:nvPicPr>
          <p:cNvPr id="20" name="Picture 19">
            <a:extLst>
              <a:ext uri="{FF2B5EF4-FFF2-40B4-BE49-F238E27FC236}">
                <a16:creationId xmlns:a16="http://schemas.microsoft.com/office/drawing/2014/main" id="{7611BE9F-D736-E5C9-CCB7-244F5C40C24D}"/>
              </a:ext>
            </a:extLst>
          </p:cNvPr>
          <p:cNvPicPr>
            <a:picLocks noChangeAspect="1"/>
          </p:cNvPicPr>
          <p:nvPr/>
        </p:nvPicPr>
        <p:blipFill>
          <a:blip r:embed="rId5"/>
          <a:stretch>
            <a:fillRect/>
          </a:stretch>
        </p:blipFill>
        <p:spPr>
          <a:xfrm>
            <a:off x="2472677" y="1406383"/>
            <a:ext cx="1760246" cy="4016139"/>
          </a:xfrm>
          <a:prstGeom prst="rect">
            <a:avLst/>
          </a:prstGeom>
        </p:spPr>
      </p:pic>
      <p:pic>
        <p:nvPicPr>
          <p:cNvPr id="22" name="Picture 21">
            <a:extLst>
              <a:ext uri="{FF2B5EF4-FFF2-40B4-BE49-F238E27FC236}">
                <a16:creationId xmlns:a16="http://schemas.microsoft.com/office/drawing/2014/main" id="{634E9699-3591-FB2D-206C-69192B5A6583}"/>
              </a:ext>
            </a:extLst>
          </p:cNvPr>
          <p:cNvPicPr>
            <a:picLocks noChangeAspect="1"/>
          </p:cNvPicPr>
          <p:nvPr/>
        </p:nvPicPr>
        <p:blipFill>
          <a:blip r:embed="rId6"/>
          <a:stretch>
            <a:fillRect/>
          </a:stretch>
        </p:blipFill>
        <p:spPr>
          <a:xfrm>
            <a:off x="4350692" y="1406383"/>
            <a:ext cx="1388628" cy="4020504"/>
          </a:xfrm>
          <a:prstGeom prst="rect">
            <a:avLst/>
          </a:prstGeom>
        </p:spPr>
      </p:pic>
      <p:pic>
        <p:nvPicPr>
          <p:cNvPr id="24" name="Picture 23">
            <a:extLst>
              <a:ext uri="{FF2B5EF4-FFF2-40B4-BE49-F238E27FC236}">
                <a16:creationId xmlns:a16="http://schemas.microsoft.com/office/drawing/2014/main" id="{2E8DA025-6961-F2E8-059B-889393AED68C}"/>
              </a:ext>
            </a:extLst>
          </p:cNvPr>
          <p:cNvPicPr>
            <a:picLocks noChangeAspect="1"/>
          </p:cNvPicPr>
          <p:nvPr/>
        </p:nvPicPr>
        <p:blipFill>
          <a:blip r:embed="rId7"/>
          <a:stretch>
            <a:fillRect/>
          </a:stretch>
        </p:blipFill>
        <p:spPr>
          <a:xfrm>
            <a:off x="5812903" y="1487458"/>
            <a:ext cx="1545883" cy="3899110"/>
          </a:xfrm>
          <a:prstGeom prst="rect">
            <a:avLst/>
          </a:prstGeom>
        </p:spPr>
      </p:pic>
      <p:pic>
        <p:nvPicPr>
          <p:cNvPr id="26" name="Picture 25">
            <a:extLst>
              <a:ext uri="{FF2B5EF4-FFF2-40B4-BE49-F238E27FC236}">
                <a16:creationId xmlns:a16="http://schemas.microsoft.com/office/drawing/2014/main" id="{3249DCE5-3C0B-A175-11FA-27749660504D}"/>
              </a:ext>
            </a:extLst>
          </p:cNvPr>
          <p:cNvPicPr>
            <a:picLocks noChangeAspect="1"/>
          </p:cNvPicPr>
          <p:nvPr/>
        </p:nvPicPr>
        <p:blipFill>
          <a:blip r:embed="rId8"/>
          <a:stretch>
            <a:fillRect/>
          </a:stretch>
        </p:blipFill>
        <p:spPr>
          <a:xfrm>
            <a:off x="7727004" y="1804793"/>
            <a:ext cx="4169297" cy="3147410"/>
          </a:xfrm>
          <a:prstGeom prst="rect">
            <a:avLst/>
          </a:prstGeom>
        </p:spPr>
      </p:pic>
    </p:spTree>
    <p:extLst>
      <p:ext uri="{BB962C8B-B14F-4D97-AF65-F5344CB8AC3E}">
        <p14:creationId xmlns:p14="http://schemas.microsoft.com/office/powerpoint/2010/main" val="1017005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5B0A8-BCE1-AF65-5AFA-79184BEDA90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DCA2EEE-70B8-D049-D7BD-B54DCCF3207D}"/>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#2a – Notebook section 2. Layout Fundamentals</a:t>
            </a:r>
            <a:br>
              <a:rPr lang="en-US" sz="2500" dirty="0"/>
            </a:br>
            <a:r>
              <a:rPr lang="en-US" sz="1800" b="0" i="1" dirty="0"/>
              <a:t>“Once that we have a working 'new' component, we shall convert it into a Cell. This will allow us to have a hierarchical design”</a:t>
            </a:r>
            <a:endParaRPr sz="2500" b="0" i="1" dirty="0">
              <a:latin typeface="+mj-lt"/>
              <a:cs typeface="Lucida Sans"/>
            </a:endParaRPr>
          </a:p>
        </p:txBody>
      </p:sp>
      <p:pic>
        <p:nvPicPr>
          <p:cNvPr id="83" name="Gráfico 82">
            <a:extLst>
              <a:ext uri="{FF2B5EF4-FFF2-40B4-BE49-F238E27FC236}">
                <a16:creationId xmlns:a16="http://schemas.microsoft.com/office/drawing/2014/main" id="{DDB8C9DA-7093-6464-A7C1-20B2A585A1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102C027-A211-C670-7EF5-D7A4650EEA9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3BB5A66E-75F8-8688-0D68-26E0DDB3AC86}"/>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35C0B36B-B4BD-C242-E1BB-26DD7AC56DB0}"/>
              </a:ext>
            </a:extLst>
          </p:cNvPr>
          <p:cNvSpPr txBox="1"/>
          <p:nvPr/>
        </p:nvSpPr>
        <p:spPr>
          <a:xfrm>
            <a:off x="609441" y="4860334"/>
            <a:ext cx="11199971" cy="830997"/>
          </a:xfrm>
          <a:prstGeom prst="rect">
            <a:avLst/>
          </a:prstGeom>
          <a:solidFill>
            <a:schemeClr val="bg1">
              <a:lumMod val="95000"/>
            </a:schemeClr>
          </a:solidFill>
          <a:ln w="28575">
            <a:solidFill>
              <a:srgbClr val="E0700D"/>
            </a:solidFill>
          </a:ln>
        </p:spPr>
        <p:txBody>
          <a:bodyPr wrap="square" rtlCol="0">
            <a:spAutoFit/>
          </a:bodyPr>
          <a:lstStyle/>
          <a:p>
            <a:r>
              <a:rPr lang="es-ES_tradnl" sz="1200" dirty="0">
                <a:latin typeface="Arial" panose="020B0604020202020204" pitchFamily="34" charset="0"/>
                <a:cs typeface="Arial" panose="020B0604020202020204" pitchFamily="34" charset="0"/>
              </a:rPr>
              <a:t>El componente observado arriba corresponde al die (chip) base del diseño, definido como una celda reutilizable. Está formado por un rectángulo hueco en la capa FLOORPLAN, delimitado por un contorno exterior de dimensiones </a:t>
            </a:r>
            <a:r>
              <a:rPr lang="es-ES_tradnl" sz="1200" dirty="0" err="1">
                <a:latin typeface="Arial" panose="020B0604020202020204" pitchFamily="34" charset="0"/>
                <a:cs typeface="Arial" panose="020B0604020202020204" pitchFamily="34" charset="0"/>
              </a:rPr>
              <a:t>dieW</a:t>
            </a:r>
            <a:r>
              <a:rPr lang="es-ES_tradnl" sz="1200" dirty="0">
                <a:latin typeface="Arial" panose="020B0604020202020204" pitchFamily="34" charset="0"/>
                <a:cs typeface="Arial" panose="020B0604020202020204" pitchFamily="34" charset="0"/>
              </a:rPr>
              <a:t> × </a:t>
            </a:r>
            <a:r>
              <a:rPr lang="es-ES_tradnl" sz="1200" dirty="0" err="1">
                <a:latin typeface="Arial" panose="020B0604020202020204" pitchFamily="34" charset="0"/>
                <a:cs typeface="Arial" panose="020B0604020202020204" pitchFamily="34" charset="0"/>
              </a:rPr>
              <a:t>dieL</a:t>
            </a:r>
            <a:r>
              <a:rPr lang="es-ES_tradnl" sz="1200" dirty="0">
                <a:latin typeface="Arial" panose="020B0604020202020204" pitchFamily="34" charset="0"/>
                <a:cs typeface="Arial" panose="020B0604020202020204" pitchFamily="34" charset="0"/>
              </a:rPr>
              <a:t>. </a:t>
            </a:r>
          </a:p>
          <a:p>
            <a:r>
              <a:rPr lang="es-ES_tradnl" sz="1200" dirty="0">
                <a:latin typeface="Arial" panose="020B0604020202020204" pitchFamily="34" charset="0"/>
                <a:cs typeface="Arial" panose="020B0604020202020204" pitchFamily="34" charset="0"/>
              </a:rPr>
              <a:t>A partir de esta celda se instancian tres ‘</a:t>
            </a:r>
            <a:r>
              <a:rPr lang="es-ES_tradnl" sz="1200" dirty="0" err="1">
                <a:latin typeface="Arial" panose="020B0604020202020204" pitchFamily="34" charset="0"/>
                <a:cs typeface="Arial" panose="020B0604020202020204" pitchFamily="34" charset="0"/>
              </a:rPr>
              <a:t>dies</a:t>
            </a:r>
            <a:r>
              <a:rPr lang="es-ES_tradnl" sz="1200" dirty="0">
                <a:latin typeface="Arial" panose="020B0604020202020204" pitchFamily="34" charset="0"/>
                <a:cs typeface="Arial" panose="020B0604020202020204" pitchFamily="34" charset="0"/>
              </a:rPr>
              <a:t>’ dentro del diseño final: dos de dimensiones 5000 × 5000 µm, y un tercero de 12000 × 5000 µm.</a:t>
            </a:r>
          </a:p>
          <a:p>
            <a:pPr algn="just"/>
            <a:r>
              <a:rPr lang="en-US" sz="1200" dirty="0">
                <a:latin typeface="Arial" panose="020B0604020202020204" pitchFamily="34" charset="0"/>
                <a:cs typeface="Arial" panose="020B0604020202020204" pitchFamily="34" charset="0"/>
              </a:rPr>
              <a:t> </a:t>
            </a:r>
          </a:p>
        </p:txBody>
      </p:sp>
      <p:sp>
        <p:nvSpPr>
          <p:cNvPr id="6" name="Rectángulo 5">
            <a:extLst>
              <a:ext uri="{FF2B5EF4-FFF2-40B4-BE49-F238E27FC236}">
                <a16:creationId xmlns:a16="http://schemas.microsoft.com/office/drawing/2014/main" id="{399364F4-A34A-5161-07CB-E12F9FFCB400}"/>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4DFC788C-53E2-83E7-3D9E-EBD582171C71}"/>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37BC1FF-9600-B491-E8E8-ECB79495285C}"/>
              </a:ext>
            </a:extLst>
          </p:cNvPr>
          <p:cNvPicPr>
            <a:picLocks noChangeAspect="1"/>
          </p:cNvPicPr>
          <p:nvPr/>
        </p:nvPicPr>
        <p:blipFill>
          <a:blip r:embed="rId4"/>
          <a:stretch>
            <a:fillRect/>
          </a:stretch>
        </p:blipFill>
        <p:spPr>
          <a:xfrm>
            <a:off x="717623" y="1755786"/>
            <a:ext cx="5116205" cy="2728643"/>
          </a:xfrm>
          <a:prstGeom prst="rect">
            <a:avLst/>
          </a:prstGeom>
        </p:spPr>
      </p:pic>
      <p:pic>
        <p:nvPicPr>
          <p:cNvPr id="11" name="Picture 10">
            <a:extLst>
              <a:ext uri="{FF2B5EF4-FFF2-40B4-BE49-F238E27FC236}">
                <a16:creationId xmlns:a16="http://schemas.microsoft.com/office/drawing/2014/main" id="{B3F42FA1-3FC7-DF05-2CAC-1B7E818F63BE}"/>
              </a:ext>
            </a:extLst>
          </p:cNvPr>
          <p:cNvPicPr>
            <a:picLocks noChangeAspect="1"/>
          </p:cNvPicPr>
          <p:nvPr/>
        </p:nvPicPr>
        <p:blipFill>
          <a:blip r:embed="rId5"/>
          <a:stretch>
            <a:fillRect/>
          </a:stretch>
        </p:blipFill>
        <p:spPr>
          <a:xfrm>
            <a:off x="7085806" y="1518312"/>
            <a:ext cx="4114640" cy="3106150"/>
          </a:xfrm>
          <a:prstGeom prst="rect">
            <a:avLst/>
          </a:prstGeom>
        </p:spPr>
      </p:pic>
    </p:spTree>
    <p:extLst>
      <p:ext uri="{BB962C8B-B14F-4D97-AF65-F5344CB8AC3E}">
        <p14:creationId xmlns:p14="http://schemas.microsoft.com/office/powerpoint/2010/main" val="1203241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D281E-4B83-CADF-E05C-2779A19E8BE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C614703-AB72-E989-42B5-849A55E9B3E2}"/>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a:t>
            </a:r>
            <a:r>
              <a:rPr lang="en-US" dirty="0">
                <a:solidFill>
                  <a:srgbClr val="FF0000"/>
                </a:solidFill>
              </a:rPr>
              <a:t>DC</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B2356666-601E-2F0B-B414-AFB7213C2F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6398BF1-A4DD-D652-E241-5E9DB50DD57A}"/>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CEC070D5-9297-7D8B-73E0-DC21D7D5CE09}"/>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D8C2352E-973A-F389-F6A1-D644E07F2E7E}"/>
              </a:ext>
            </a:extLst>
          </p:cNvPr>
          <p:cNvSpPr/>
          <p:nvPr/>
        </p:nvSpPr>
        <p:spPr>
          <a:xfrm>
            <a:off x="304801" y="1418373"/>
            <a:ext cx="5637212"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BAAAC818-8C43-CF5D-4DB7-21D1E6A0DEED}"/>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61046FB-A97E-CBA4-80FC-D2BB2E60DC07}"/>
              </a:ext>
            </a:extLst>
          </p:cNvPr>
          <p:cNvPicPr>
            <a:picLocks noChangeAspect="1"/>
          </p:cNvPicPr>
          <p:nvPr/>
        </p:nvPicPr>
        <p:blipFill>
          <a:blip r:embed="rId4"/>
          <a:stretch>
            <a:fillRect/>
          </a:stretch>
        </p:blipFill>
        <p:spPr>
          <a:xfrm>
            <a:off x="6553200" y="1839130"/>
            <a:ext cx="4991053" cy="3767756"/>
          </a:xfrm>
          <a:prstGeom prst="rect">
            <a:avLst/>
          </a:prstGeom>
        </p:spPr>
      </p:pic>
      <p:pic>
        <p:nvPicPr>
          <p:cNvPr id="10" name="Picture 9">
            <a:extLst>
              <a:ext uri="{FF2B5EF4-FFF2-40B4-BE49-F238E27FC236}">
                <a16:creationId xmlns:a16="http://schemas.microsoft.com/office/drawing/2014/main" id="{902CB6A8-F9E1-684D-721E-EC7B5DE235A0}"/>
              </a:ext>
            </a:extLst>
          </p:cNvPr>
          <p:cNvPicPr>
            <a:picLocks noChangeAspect="1"/>
          </p:cNvPicPr>
          <p:nvPr/>
        </p:nvPicPr>
        <p:blipFill>
          <a:blip r:embed="rId5"/>
          <a:stretch>
            <a:fillRect/>
          </a:stretch>
        </p:blipFill>
        <p:spPr>
          <a:xfrm>
            <a:off x="419877" y="1570371"/>
            <a:ext cx="2495121" cy="4443066"/>
          </a:xfrm>
          <a:prstGeom prst="rect">
            <a:avLst/>
          </a:prstGeom>
        </p:spPr>
      </p:pic>
      <p:pic>
        <p:nvPicPr>
          <p:cNvPr id="12" name="Picture 11">
            <a:extLst>
              <a:ext uri="{FF2B5EF4-FFF2-40B4-BE49-F238E27FC236}">
                <a16:creationId xmlns:a16="http://schemas.microsoft.com/office/drawing/2014/main" id="{C7C52A5B-0EC5-4FED-DCF6-068B790F2565}"/>
              </a:ext>
            </a:extLst>
          </p:cNvPr>
          <p:cNvPicPr>
            <a:picLocks noChangeAspect="1"/>
          </p:cNvPicPr>
          <p:nvPr/>
        </p:nvPicPr>
        <p:blipFill>
          <a:blip r:embed="rId6"/>
          <a:stretch>
            <a:fillRect/>
          </a:stretch>
        </p:blipFill>
        <p:spPr>
          <a:xfrm>
            <a:off x="3002706" y="1848689"/>
            <a:ext cx="2865322" cy="3942159"/>
          </a:xfrm>
          <a:prstGeom prst="rect">
            <a:avLst/>
          </a:prstGeom>
        </p:spPr>
      </p:pic>
    </p:spTree>
    <p:extLst>
      <p:ext uri="{BB962C8B-B14F-4D97-AF65-F5344CB8AC3E}">
        <p14:creationId xmlns:p14="http://schemas.microsoft.com/office/powerpoint/2010/main" val="1504002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B2115-FAB2-4C9F-4A34-557CD95C197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C48BA2A-71FE-3128-DE60-F7ABA455DDDD}"/>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a:t>
            </a:r>
            <a:r>
              <a:rPr lang="en-US" dirty="0">
                <a:solidFill>
                  <a:srgbClr val="FF0000"/>
                </a:solidFill>
              </a:rPr>
              <a:t>MMI</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08AFFE6D-2C8B-1348-AAE1-18A185CCCD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8D7FCAE-3B40-4532-C802-2EC84DA0378E}"/>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8039DB0A-4B7C-4170-CA8C-D1B69AEBAD1C}"/>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693AD1E9-4718-C740-6248-732E5944C190}"/>
              </a:ext>
            </a:extLst>
          </p:cNvPr>
          <p:cNvSpPr/>
          <p:nvPr/>
        </p:nvSpPr>
        <p:spPr>
          <a:xfrm>
            <a:off x="228600" y="1420406"/>
            <a:ext cx="6477000"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5C3A0D8E-A8A9-F0F4-08B3-13F9FC76687E}"/>
              </a:ext>
            </a:extLst>
          </p:cNvPr>
          <p:cNvSpPr/>
          <p:nvPr/>
        </p:nvSpPr>
        <p:spPr>
          <a:xfrm>
            <a:off x="6934199" y="1420406"/>
            <a:ext cx="5179853"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D021F15-8059-2357-2920-011A4E641E6F}"/>
              </a:ext>
            </a:extLst>
          </p:cNvPr>
          <p:cNvPicPr>
            <a:picLocks noChangeAspect="1"/>
          </p:cNvPicPr>
          <p:nvPr/>
        </p:nvPicPr>
        <p:blipFill>
          <a:blip r:embed="rId4"/>
          <a:stretch>
            <a:fillRect/>
          </a:stretch>
        </p:blipFill>
        <p:spPr>
          <a:xfrm>
            <a:off x="7092122" y="1924235"/>
            <a:ext cx="5021931" cy="3791065"/>
          </a:xfrm>
          <a:prstGeom prst="rect">
            <a:avLst/>
          </a:prstGeom>
        </p:spPr>
      </p:pic>
      <p:pic>
        <p:nvPicPr>
          <p:cNvPr id="9" name="Picture 8">
            <a:extLst>
              <a:ext uri="{FF2B5EF4-FFF2-40B4-BE49-F238E27FC236}">
                <a16:creationId xmlns:a16="http://schemas.microsoft.com/office/drawing/2014/main" id="{AF8489FB-8723-61CB-810C-FB83ECDD0430}"/>
              </a:ext>
            </a:extLst>
          </p:cNvPr>
          <p:cNvPicPr>
            <a:picLocks noChangeAspect="1"/>
          </p:cNvPicPr>
          <p:nvPr/>
        </p:nvPicPr>
        <p:blipFill>
          <a:blip r:embed="rId5"/>
          <a:stretch>
            <a:fillRect/>
          </a:stretch>
        </p:blipFill>
        <p:spPr>
          <a:xfrm>
            <a:off x="266434" y="1647943"/>
            <a:ext cx="3212015" cy="4343651"/>
          </a:xfrm>
          <a:prstGeom prst="rect">
            <a:avLst/>
          </a:prstGeom>
        </p:spPr>
      </p:pic>
      <p:pic>
        <p:nvPicPr>
          <p:cNvPr id="13" name="Picture 12">
            <a:extLst>
              <a:ext uri="{FF2B5EF4-FFF2-40B4-BE49-F238E27FC236}">
                <a16:creationId xmlns:a16="http://schemas.microsoft.com/office/drawing/2014/main" id="{B45801F0-5C34-2998-A050-5D25A66E450E}"/>
              </a:ext>
            </a:extLst>
          </p:cNvPr>
          <p:cNvPicPr>
            <a:picLocks noChangeAspect="1"/>
          </p:cNvPicPr>
          <p:nvPr/>
        </p:nvPicPr>
        <p:blipFill>
          <a:blip r:embed="rId6"/>
          <a:stretch>
            <a:fillRect/>
          </a:stretch>
        </p:blipFill>
        <p:spPr>
          <a:xfrm>
            <a:off x="3528773" y="2590800"/>
            <a:ext cx="3144202" cy="2845173"/>
          </a:xfrm>
          <a:prstGeom prst="rect">
            <a:avLst/>
          </a:prstGeom>
        </p:spPr>
      </p:pic>
    </p:spTree>
    <p:extLst>
      <p:ext uri="{BB962C8B-B14F-4D97-AF65-F5344CB8AC3E}">
        <p14:creationId xmlns:p14="http://schemas.microsoft.com/office/powerpoint/2010/main" val="1670379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71AEE-D229-96A1-92F0-7D4ED61B731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EE377A0-31D9-754E-0385-59280D777CF0}"/>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–MZ</a:t>
            </a:r>
            <a:r>
              <a:rPr lang="en-US" dirty="0">
                <a:solidFill>
                  <a:srgbClr val="FF0000"/>
                </a:solidFill>
              </a:rPr>
              <a:t>I</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795EA010-57B3-5738-A6BB-0461A110D3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CA8565A-EF13-3CC0-EE54-7D2CE816ECFB}"/>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4999E48B-C9A8-C844-D3F8-15E6E8433FA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195F5EA0-9D61-F004-5E3B-93B2E00D5D9F}"/>
              </a:ext>
            </a:extLst>
          </p:cNvPr>
          <p:cNvSpPr/>
          <p:nvPr/>
        </p:nvSpPr>
        <p:spPr>
          <a:xfrm>
            <a:off x="609600" y="1420406"/>
            <a:ext cx="5486400"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EC7FEFBA-4462-9D09-127C-A6A848E4234C}"/>
              </a:ext>
            </a:extLst>
          </p:cNvPr>
          <p:cNvSpPr/>
          <p:nvPr/>
        </p:nvSpPr>
        <p:spPr>
          <a:xfrm>
            <a:off x="6553201" y="1420406"/>
            <a:ext cx="5560852"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D1F2331-1539-29E4-039F-E3A11B1C93E9}"/>
              </a:ext>
            </a:extLst>
          </p:cNvPr>
          <p:cNvPicPr>
            <a:picLocks noChangeAspect="1"/>
          </p:cNvPicPr>
          <p:nvPr/>
        </p:nvPicPr>
        <p:blipFill>
          <a:blip r:embed="rId4"/>
          <a:stretch>
            <a:fillRect/>
          </a:stretch>
        </p:blipFill>
        <p:spPr>
          <a:xfrm>
            <a:off x="6741140" y="1872573"/>
            <a:ext cx="5141000" cy="3846262"/>
          </a:xfrm>
          <a:prstGeom prst="rect">
            <a:avLst/>
          </a:prstGeom>
        </p:spPr>
      </p:pic>
      <p:pic>
        <p:nvPicPr>
          <p:cNvPr id="12" name="Picture 11">
            <a:extLst>
              <a:ext uri="{FF2B5EF4-FFF2-40B4-BE49-F238E27FC236}">
                <a16:creationId xmlns:a16="http://schemas.microsoft.com/office/drawing/2014/main" id="{814075EA-FFD6-D5F9-1EE7-A2CF80E76EC3}"/>
              </a:ext>
            </a:extLst>
          </p:cNvPr>
          <p:cNvPicPr>
            <a:picLocks noChangeAspect="1"/>
          </p:cNvPicPr>
          <p:nvPr/>
        </p:nvPicPr>
        <p:blipFill>
          <a:blip r:embed="rId5"/>
          <a:stretch>
            <a:fillRect/>
          </a:stretch>
        </p:blipFill>
        <p:spPr>
          <a:xfrm>
            <a:off x="1056017" y="1594758"/>
            <a:ext cx="4593566" cy="4401892"/>
          </a:xfrm>
          <a:prstGeom prst="rect">
            <a:avLst/>
          </a:prstGeom>
        </p:spPr>
      </p:pic>
    </p:spTree>
    <p:extLst>
      <p:ext uri="{BB962C8B-B14F-4D97-AF65-F5344CB8AC3E}">
        <p14:creationId xmlns:p14="http://schemas.microsoft.com/office/powerpoint/2010/main" val="929267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17BBF-3BE3-C4B4-A9E8-32C77E190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D678D09-C459-9BAE-B5C4-386DD03A7AE1}"/>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–MZ</a:t>
            </a:r>
            <a:r>
              <a:rPr lang="en-US" dirty="0">
                <a:solidFill>
                  <a:srgbClr val="FF0000"/>
                </a:solidFill>
              </a:rPr>
              <a:t>I Unbalanced</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0999A7D6-CBEC-2FFB-6C9D-8147D20843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39A8930B-7086-226F-B07F-07D0DEFA942A}"/>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BBF8846C-9E74-C140-5FB9-5BC539F81082}"/>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523BB8A4-E42A-9BE4-8ABF-ADE04714BF9B}"/>
              </a:ext>
            </a:extLst>
          </p:cNvPr>
          <p:cNvSpPr/>
          <p:nvPr/>
        </p:nvSpPr>
        <p:spPr>
          <a:xfrm>
            <a:off x="609600" y="1420406"/>
            <a:ext cx="5486400"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B08760D9-2552-8F2F-0A21-F4344A18D71C}"/>
              </a:ext>
            </a:extLst>
          </p:cNvPr>
          <p:cNvSpPr/>
          <p:nvPr/>
        </p:nvSpPr>
        <p:spPr>
          <a:xfrm>
            <a:off x="6553201" y="1420406"/>
            <a:ext cx="5560852"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2AA7593-B8B1-D9DE-C4AA-3F8C2AAB6D7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764116" y="1872573"/>
            <a:ext cx="5095048" cy="3846262"/>
          </a:xfrm>
          <a:prstGeom prst="rect">
            <a:avLst/>
          </a:prstGeom>
        </p:spPr>
      </p:pic>
      <p:pic>
        <p:nvPicPr>
          <p:cNvPr id="12" name="Picture 11">
            <a:extLst>
              <a:ext uri="{FF2B5EF4-FFF2-40B4-BE49-F238E27FC236}">
                <a16:creationId xmlns:a16="http://schemas.microsoft.com/office/drawing/2014/main" id="{4F86BE59-FD5D-34E6-8EBD-74A3BAF9584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56017" y="2112025"/>
            <a:ext cx="4593566" cy="3367357"/>
          </a:xfrm>
          <a:prstGeom prst="rect">
            <a:avLst/>
          </a:prstGeom>
        </p:spPr>
      </p:pic>
    </p:spTree>
    <p:extLst>
      <p:ext uri="{BB962C8B-B14F-4D97-AF65-F5344CB8AC3E}">
        <p14:creationId xmlns:p14="http://schemas.microsoft.com/office/powerpoint/2010/main" val="3073885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251FD-5C48-FB31-0BCD-11B2681EB43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05ADEBC5-E866-B967-BDFA-ADB5DE5AFF9B}"/>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Ring resonator</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B37B9390-3727-F226-9BD5-22665CD9B8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19CA362-D542-943F-0CF7-D2BEC32E8154}"/>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3E8E3886-D955-E5AD-52B1-0B5E63D748C0}"/>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7702F71E-CAFB-687F-FB7D-B836150C7287}"/>
              </a:ext>
            </a:extLst>
          </p:cNvPr>
          <p:cNvSpPr/>
          <p:nvPr/>
        </p:nvSpPr>
        <p:spPr>
          <a:xfrm>
            <a:off x="609600" y="1420406"/>
            <a:ext cx="5486400"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C401B051-AB16-729A-B4B9-C9972225AF2C}"/>
              </a:ext>
            </a:extLst>
          </p:cNvPr>
          <p:cNvSpPr/>
          <p:nvPr/>
        </p:nvSpPr>
        <p:spPr>
          <a:xfrm>
            <a:off x="6553201" y="1420406"/>
            <a:ext cx="5560852"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118FCFF-AD30-1175-BAD5-88403728C172}"/>
              </a:ext>
            </a:extLst>
          </p:cNvPr>
          <p:cNvPicPr>
            <a:picLocks noChangeAspect="1"/>
          </p:cNvPicPr>
          <p:nvPr/>
        </p:nvPicPr>
        <p:blipFill>
          <a:blip r:embed="rId4"/>
          <a:stretch>
            <a:fillRect/>
          </a:stretch>
        </p:blipFill>
        <p:spPr>
          <a:xfrm>
            <a:off x="6612305" y="1743319"/>
            <a:ext cx="5501244" cy="4152900"/>
          </a:xfrm>
          <a:prstGeom prst="rect">
            <a:avLst/>
          </a:prstGeom>
        </p:spPr>
      </p:pic>
      <p:pic>
        <p:nvPicPr>
          <p:cNvPr id="9" name="Picture 8">
            <a:extLst>
              <a:ext uri="{FF2B5EF4-FFF2-40B4-BE49-F238E27FC236}">
                <a16:creationId xmlns:a16="http://schemas.microsoft.com/office/drawing/2014/main" id="{887EF09F-ED29-E718-B329-8D6141FCC2B0}"/>
              </a:ext>
            </a:extLst>
          </p:cNvPr>
          <p:cNvPicPr>
            <a:picLocks noChangeAspect="1"/>
          </p:cNvPicPr>
          <p:nvPr/>
        </p:nvPicPr>
        <p:blipFill>
          <a:blip r:embed="rId5"/>
          <a:stretch>
            <a:fillRect/>
          </a:stretch>
        </p:blipFill>
        <p:spPr>
          <a:xfrm>
            <a:off x="1280063" y="1568338"/>
            <a:ext cx="4145473" cy="4548207"/>
          </a:xfrm>
          <a:prstGeom prst="rect">
            <a:avLst/>
          </a:prstGeom>
        </p:spPr>
      </p:pic>
    </p:spTree>
    <p:extLst>
      <p:ext uri="{BB962C8B-B14F-4D97-AF65-F5344CB8AC3E}">
        <p14:creationId xmlns:p14="http://schemas.microsoft.com/office/powerpoint/2010/main" val="5819240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E3877-C806-0F21-82D2-4259FD4D026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1C7BC27-0620-9901-272F-4E6C76CB7AB1}"/>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#3 – Notebook section 3. Complete layout</a:t>
            </a:r>
            <a:endParaRPr sz="2500" b="0" i="1">
              <a:latin typeface="+mj-lt"/>
              <a:cs typeface="Lucida Sans"/>
            </a:endParaRPr>
          </a:p>
        </p:txBody>
      </p:sp>
      <p:pic>
        <p:nvPicPr>
          <p:cNvPr id="83" name="Gráfico 82">
            <a:extLst>
              <a:ext uri="{FF2B5EF4-FFF2-40B4-BE49-F238E27FC236}">
                <a16:creationId xmlns:a16="http://schemas.microsoft.com/office/drawing/2014/main" id="{DB90E2BE-62AF-4BAE-AEB8-34FED2E08F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0C13B11-A4CD-B420-9C42-1F5041570FA7}"/>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D367C21A-051B-64A7-790F-F1DFD12F58E5}"/>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8C0A14DF-373B-3A5E-9825-3BA9155DEE54}"/>
              </a:ext>
            </a:extLst>
          </p:cNvPr>
          <p:cNvSpPr txBox="1"/>
          <p:nvPr/>
        </p:nvSpPr>
        <p:spPr>
          <a:xfrm>
            <a:off x="511791" y="990600"/>
            <a:ext cx="6262788"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dirty="0">
                <a:latin typeface="Arial" panose="020B0604020202020204" pitchFamily="34" charset="0"/>
                <a:cs typeface="Arial" panose="020B0604020202020204" pitchFamily="34" charset="0"/>
              </a:rPr>
              <a:t>Read and describe 4 code blocks in section 3</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Block 1: </a:t>
            </a: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EB70AAA9-6BD6-FC33-3C28-15C9148FE265}"/>
              </a:ext>
            </a:extLst>
          </p:cNvPr>
          <p:cNvSpPr/>
          <p:nvPr/>
        </p:nvSpPr>
        <p:spPr>
          <a:xfrm>
            <a:off x="6981568" y="990285"/>
            <a:ext cx="4905631"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C2D5648-CF77-8187-5B0F-C400DFA16DF8}"/>
              </a:ext>
            </a:extLst>
          </p:cNvPr>
          <p:cNvSpPr txBox="1"/>
          <p:nvPr/>
        </p:nvSpPr>
        <p:spPr>
          <a:xfrm>
            <a:off x="7663860" y="3105834"/>
            <a:ext cx="2807885" cy="646331"/>
          </a:xfrm>
          <a:prstGeom prst="rect">
            <a:avLst/>
          </a:prstGeom>
          <a:noFill/>
        </p:spPr>
        <p:txBody>
          <a:bodyPr wrap="none" rtlCol="0">
            <a:spAutoFit/>
          </a:bodyPr>
          <a:lstStyle/>
          <a:p>
            <a:pPr algn="ctr"/>
            <a:r>
              <a:rPr lang="es-ES"/>
              <a:t>Complete </a:t>
            </a:r>
            <a:r>
              <a:rPr lang="es-ES" err="1"/>
              <a:t>layout</a:t>
            </a:r>
            <a:r>
              <a:rPr lang="es-ES"/>
              <a:t> </a:t>
            </a:r>
            <a:r>
              <a:rPr lang="es-ES" err="1"/>
              <a:t>screenshot</a:t>
            </a:r>
            <a:endParaRPr lang="es-ES"/>
          </a:p>
          <a:p>
            <a:pPr algn="ctr"/>
            <a:r>
              <a:rPr lang="es-ES"/>
              <a:t> </a:t>
            </a:r>
            <a:r>
              <a:rPr lang="es-ES" err="1"/>
              <a:t>screenshot</a:t>
            </a:r>
            <a:endParaRPr lang="en-US"/>
          </a:p>
        </p:txBody>
      </p:sp>
      <p:pic>
        <p:nvPicPr>
          <p:cNvPr id="5" name="Imagen 4">
            <a:extLst>
              <a:ext uri="{FF2B5EF4-FFF2-40B4-BE49-F238E27FC236}">
                <a16:creationId xmlns:a16="http://schemas.microsoft.com/office/drawing/2014/main" id="{F42AAE72-306E-06D2-5209-E521C2A4B4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1829557"/>
            <a:ext cx="6042658" cy="2956276"/>
          </a:xfrm>
          <a:prstGeom prst="rect">
            <a:avLst/>
          </a:prstGeom>
        </p:spPr>
      </p:pic>
      <p:pic>
        <p:nvPicPr>
          <p:cNvPr id="11" name="Imagen 10">
            <a:extLst>
              <a:ext uri="{FF2B5EF4-FFF2-40B4-BE49-F238E27FC236}">
                <a16:creationId xmlns:a16="http://schemas.microsoft.com/office/drawing/2014/main" id="{513C89C7-196B-0072-1EAA-C941AE3975AE}"/>
              </a:ext>
            </a:extLst>
          </p:cNvPr>
          <p:cNvPicPr>
            <a:picLocks noChangeAspect="1"/>
          </p:cNvPicPr>
          <p:nvPr/>
        </p:nvPicPr>
        <p:blipFill>
          <a:blip r:embed="rId5"/>
          <a:stretch>
            <a:fillRect/>
          </a:stretch>
        </p:blipFill>
        <p:spPr>
          <a:xfrm>
            <a:off x="7116982" y="1552851"/>
            <a:ext cx="4563228" cy="3444790"/>
          </a:xfrm>
          <a:prstGeom prst="rect">
            <a:avLst/>
          </a:prstGeom>
        </p:spPr>
      </p:pic>
    </p:spTree>
    <p:extLst>
      <p:ext uri="{BB962C8B-B14F-4D97-AF65-F5344CB8AC3E}">
        <p14:creationId xmlns:p14="http://schemas.microsoft.com/office/powerpoint/2010/main" val="3410169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33729-0D99-5D85-A4E8-157CF6C00D6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2B2A16D-6B66-A2AF-E284-C61E2D4E8C3D}"/>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#3 – Notebook section 3. Complete layout</a:t>
            </a:r>
            <a:endParaRPr sz="2500" b="0" i="1">
              <a:latin typeface="+mj-lt"/>
              <a:cs typeface="Lucida Sans"/>
            </a:endParaRPr>
          </a:p>
        </p:txBody>
      </p:sp>
      <p:pic>
        <p:nvPicPr>
          <p:cNvPr id="83" name="Gráfico 82">
            <a:extLst>
              <a:ext uri="{FF2B5EF4-FFF2-40B4-BE49-F238E27FC236}">
                <a16:creationId xmlns:a16="http://schemas.microsoft.com/office/drawing/2014/main" id="{6BE17AAE-BF58-4C84-0A5B-D263EF8A37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6697461-DD4B-A59F-68DD-2ACE4CDF0643}"/>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D9B8E916-F658-7C86-4859-FFB2D8B558C1}"/>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0B41BE03-560B-F33D-DD38-DB5358B27D52}"/>
              </a:ext>
            </a:extLst>
          </p:cNvPr>
          <p:cNvSpPr txBox="1"/>
          <p:nvPr/>
        </p:nvSpPr>
        <p:spPr>
          <a:xfrm>
            <a:off x="457201" y="990600"/>
            <a:ext cx="6663367"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dirty="0">
                <a:latin typeface="Arial" panose="020B0604020202020204" pitchFamily="34" charset="0"/>
                <a:cs typeface="Arial" panose="020B0604020202020204" pitchFamily="34" charset="0"/>
              </a:rPr>
              <a:t>Read and describe 4 code blocks in section 3</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Block 2: </a:t>
            </a: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712D190A-8553-6BD4-D4DB-2CB46B3E3A69}"/>
              </a:ext>
            </a:extLst>
          </p:cNvPr>
          <p:cNvSpPr/>
          <p:nvPr/>
        </p:nvSpPr>
        <p:spPr>
          <a:xfrm>
            <a:off x="7327557" y="990285"/>
            <a:ext cx="4559642"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73E7C949-E1DA-F716-DCB6-12F6DC933E91}"/>
              </a:ext>
            </a:extLst>
          </p:cNvPr>
          <p:cNvSpPr txBox="1"/>
          <p:nvPr/>
        </p:nvSpPr>
        <p:spPr>
          <a:xfrm>
            <a:off x="7663860" y="3105834"/>
            <a:ext cx="2807885" cy="646331"/>
          </a:xfrm>
          <a:prstGeom prst="rect">
            <a:avLst/>
          </a:prstGeom>
          <a:noFill/>
        </p:spPr>
        <p:txBody>
          <a:bodyPr wrap="none" rtlCol="0">
            <a:spAutoFit/>
          </a:bodyPr>
          <a:lstStyle/>
          <a:p>
            <a:pPr algn="ctr"/>
            <a:r>
              <a:rPr lang="es-ES"/>
              <a:t>Complete </a:t>
            </a:r>
            <a:r>
              <a:rPr lang="es-ES" err="1"/>
              <a:t>layout</a:t>
            </a:r>
            <a:r>
              <a:rPr lang="es-ES"/>
              <a:t> </a:t>
            </a:r>
            <a:r>
              <a:rPr lang="es-ES" err="1"/>
              <a:t>screenshot</a:t>
            </a:r>
            <a:endParaRPr lang="es-ES"/>
          </a:p>
          <a:p>
            <a:pPr algn="ctr"/>
            <a:r>
              <a:rPr lang="es-ES"/>
              <a:t> </a:t>
            </a:r>
            <a:r>
              <a:rPr lang="es-ES" err="1"/>
              <a:t>screenshot</a:t>
            </a:r>
            <a:endParaRPr lang="en-US"/>
          </a:p>
        </p:txBody>
      </p:sp>
      <p:pic>
        <p:nvPicPr>
          <p:cNvPr id="4" name="Imagen 3">
            <a:extLst>
              <a:ext uri="{FF2B5EF4-FFF2-40B4-BE49-F238E27FC236}">
                <a16:creationId xmlns:a16="http://schemas.microsoft.com/office/drawing/2014/main" id="{98770CFC-2931-1B96-D789-6934DD780F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845" y="1736926"/>
            <a:ext cx="6311296" cy="2961523"/>
          </a:xfrm>
          <a:prstGeom prst="rect">
            <a:avLst/>
          </a:prstGeom>
        </p:spPr>
      </p:pic>
      <p:pic>
        <p:nvPicPr>
          <p:cNvPr id="5" name="Imagen 4">
            <a:extLst>
              <a:ext uri="{FF2B5EF4-FFF2-40B4-BE49-F238E27FC236}">
                <a16:creationId xmlns:a16="http://schemas.microsoft.com/office/drawing/2014/main" id="{893ACD47-6ADC-F1BE-12FE-3F15F72B832B}"/>
              </a:ext>
            </a:extLst>
          </p:cNvPr>
          <p:cNvPicPr>
            <a:picLocks noChangeAspect="1"/>
          </p:cNvPicPr>
          <p:nvPr/>
        </p:nvPicPr>
        <p:blipFill>
          <a:blip r:embed="rId5"/>
          <a:stretch>
            <a:fillRect/>
          </a:stretch>
        </p:blipFill>
        <p:spPr>
          <a:xfrm>
            <a:off x="7482580" y="1644692"/>
            <a:ext cx="4197630" cy="3168799"/>
          </a:xfrm>
          <a:prstGeom prst="rect">
            <a:avLst/>
          </a:prstGeom>
        </p:spPr>
      </p:pic>
    </p:spTree>
    <p:extLst>
      <p:ext uri="{BB962C8B-B14F-4D97-AF65-F5344CB8AC3E}">
        <p14:creationId xmlns:p14="http://schemas.microsoft.com/office/powerpoint/2010/main" val="15553367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9ABC1-50C5-84D2-20E9-381D6D821CF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532B38B-707E-95BB-CABE-6310ED0AAA4B}"/>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#3 – Notebook section 3. Complete layout</a:t>
            </a:r>
            <a:endParaRPr sz="2500" b="0" i="1">
              <a:latin typeface="+mj-lt"/>
              <a:cs typeface="Lucida Sans"/>
            </a:endParaRPr>
          </a:p>
        </p:txBody>
      </p:sp>
      <p:pic>
        <p:nvPicPr>
          <p:cNvPr id="83" name="Gráfico 82">
            <a:extLst>
              <a:ext uri="{FF2B5EF4-FFF2-40B4-BE49-F238E27FC236}">
                <a16:creationId xmlns:a16="http://schemas.microsoft.com/office/drawing/2014/main" id="{4BC68DCA-CA55-A18C-4178-FB8359DCB6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3829606-B88C-E9D6-C066-1A62A6EC0E60}"/>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CB056C57-BD56-8953-3FA1-AD61D9AAF097}"/>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93B5D32F-0B5D-3057-B702-F5AA797D8964}"/>
              </a:ext>
            </a:extLst>
          </p:cNvPr>
          <p:cNvSpPr txBox="1"/>
          <p:nvPr/>
        </p:nvSpPr>
        <p:spPr>
          <a:xfrm>
            <a:off x="457201" y="990600"/>
            <a:ext cx="5638799"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dirty="0">
                <a:latin typeface="Arial" panose="020B0604020202020204" pitchFamily="34" charset="0"/>
                <a:cs typeface="Arial" panose="020B0604020202020204" pitchFamily="34" charset="0"/>
              </a:rPr>
              <a:t>Read and describe 4 code blocks in section 3</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Block 3: </a:t>
            </a:r>
          </a:p>
        </p:txBody>
      </p:sp>
      <p:sp>
        <p:nvSpPr>
          <p:cNvPr id="8" name="Rectángulo 7">
            <a:extLst>
              <a:ext uri="{FF2B5EF4-FFF2-40B4-BE49-F238E27FC236}">
                <a16:creationId xmlns:a16="http://schemas.microsoft.com/office/drawing/2014/main" id="{213798FD-6B17-1A7A-B5C2-62D91A26E0AA}"/>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A8E2DD6D-3E6F-FC3B-EB6D-E20E543F9AEF}"/>
              </a:ext>
            </a:extLst>
          </p:cNvPr>
          <p:cNvSpPr txBox="1"/>
          <p:nvPr/>
        </p:nvSpPr>
        <p:spPr>
          <a:xfrm>
            <a:off x="7663860" y="3105834"/>
            <a:ext cx="2807885" cy="646331"/>
          </a:xfrm>
          <a:prstGeom prst="rect">
            <a:avLst/>
          </a:prstGeom>
          <a:noFill/>
        </p:spPr>
        <p:txBody>
          <a:bodyPr wrap="none" rtlCol="0">
            <a:spAutoFit/>
          </a:bodyPr>
          <a:lstStyle/>
          <a:p>
            <a:pPr algn="ctr"/>
            <a:r>
              <a:rPr lang="es-ES"/>
              <a:t>Complete </a:t>
            </a:r>
            <a:r>
              <a:rPr lang="es-ES" err="1"/>
              <a:t>layout</a:t>
            </a:r>
            <a:r>
              <a:rPr lang="es-ES"/>
              <a:t> </a:t>
            </a:r>
            <a:r>
              <a:rPr lang="es-ES" err="1"/>
              <a:t>screenshot</a:t>
            </a:r>
            <a:endParaRPr lang="es-ES"/>
          </a:p>
          <a:p>
            <a:pPr algn="ctr"/>
            <a:r>
              <a:rPr lang="es-ES"/>
              <a:t> </a:t>
            </a:r>
            <a:r>
              <a:rPr lang="es-ES" err="1"/>
              <a:t>screenshot</a:t>
            </a:r>
            <a:endParaRPr lang="en-US"/>
          </a:p>
        </p:txBody>
      </p:sp>
      <p:pic>
        <p:nvPicPr>
          <p:cNvPr id="6" name="Imagen 5">
            <a:extLst>
              <a:ext uri="{FF2B5EF4-FFF2-40B4-BE49-F238E27FC236}">
                <a16:creationId xmlns:a16="http://schemas.microsoft.com/office/drawing/2014/main" id="{93605565-57C3-ABDC-7A75-97600C5168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0" y="1966419"/>
            <a:ext cx="5171303" cy="3322170"/>
          </a:xfrm>
          <a:prstGeom prst="rect">
            <a:avLst/>
          </a:prstGeom>
        </p:spPr>
      </p:pic>
      <p:pic>
        <p:nvPicPr>
          <p:cNvPr id="10" name="Imagen 9">
            <a:extLst>
              <a:ext uri="{FF2B5EF4-FFF2-40B4-BE49-F238E27FC236}">
                <a16:creationId xmlns:a16="http://schemas.microsoft.com/office/drawing/2014/main" id="{021BC976-0E78-CFCF-6948-CE1A3D50CF23}"/>
              </a:ext>
            </a:extLst>
          </p:cNvPr>
          <p:cNvPicPr>
            <a:picLocks noChangeAspect="1"/>
          </p:cNvPicPr>
          <p:nvPr/>
        </p:nvPicPr>
        <p:blipFill>
          <a:blip r:embed="rId5"/>
          <a:stretch>
            <a:fillRect/>
          </a:stretch>
        </p:blipFill>
        <p:spPr>
          <a:xfrm>
            <a:off x="6476999" y="1473199"/>
            <a:ext cx="5181600" cy="3911600"/>
          </a:xfrm>
          <a:prstGeom prst="rect">
            <a:avLst/>
          </a:prstGeom>
        </p:spPr>
      </p:pic>
    </p:spTree>
    <p:extLst>
      <p:ext uri="{BB962C8B-B14F-4D97-AF65-F5344CB8AC3E}">
        <p14:creationId xmlns:p14="http://schemas.microsoft.com/office/powerpoint/2010/main" val="895107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50CC7-9D38-C197-4653-081CD448135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4062D90-977C-0A30-54EC-2306D93B2CF2}"/>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#3 – Notebook section 3. Complete layout</a:t>
            </a:r>
            <a:endParaRPr sz="2500" b="0" i="1">
              <a:latin typeface="+mj-lt"/>
              <a:cs typeface="Lucida Sans"/>
            </a:endParaRPr>
          </a:p>
        </p:txBody>
      </p:sp>
      <p:pic>
        <p:nvPicPr>
          <p:cNvPr id="83" name="Gráfico 82">
            <a:extLst>
              <a:ext uri="{FF2B5EF4-FFF2-40B4-BE49-F238E27FC236}">
                <a16:creationId xmlns:a16="http://schemas.microsoft.com/office/drawing/2014/main" id="{8E02A62D-CABF-70BD-301B-8C858210C2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AD05382-EB0C-ED28-1DF0-51956B786FE9}"/>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93774515-E5B0-E0E9-A7AD-50266EBC1735}"/>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2C4E87C3-F7FC-B23F-1C9B-5D272854A7E8}"/>
              </a:ext>
            </a:extLst>
          </p:cNvPr>
          <p:cNvSpPr txBox="1"/>
          <p:nvPr/>
        </p:nvSpPr>
        <p:spPr>
          <a:xfrm>
            <a:off x="685799" y="990600"/>
            <a:ext cx="5801497"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dirty="0">
                <a:latin typeface="Arial" panose="020B0604020202020204" pitchFamily="34" charset="0"/>
                <a:cs typeface="Arial" panose="020B0604020202020204" pitchFamily="34" charset="0"/>
              </a:rPr>
              <a:t>Read and describe 4 code blocks in section 3</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Block 4: </a:t>
            </a: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CE455CB0-86A4-F028-B479-1B078BA073DF}"/>
              </a:ext>
            </a:extLst>
          </p:cNvPr>
          <p:cNvSpPr/>
          <p:nvPr/>
        </p:nvSpPr>
        <p:spPr>
          <a:xfrm>
            <a:off x="6685006" y="990285"/>
            <a:ext cx="5202194"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612C5A71-C28A-3AA7-581A-582B164B3E42}"/>
              </a:ext>
            </a:extLst>
          </p:cNvPr>
          <p:cNvSpPr txBox="1"/>
          <p:nvPr/>
        </p:nvSpPr>
        <p:spPr>
          <a:xfrm>
            <a:off x="7663860" y="3105834"/>
            <a:ext cx="2807885" cy="646331"/>
          </a:xfrm>
          <a:prstGeom prst="rect">
            <a:avLst/>
          </a:prstGeom>
          <a:noFill/>
        </p:spPr>
        <p:txBody>
          <a:bodyPr wrap="none" rtlCol="0">
            <a:spAutoFit/>
          </a:bodyPr>
          <a:lstStyle/>
          <a:p>
            <a:pPr algn="ctr"/>
            <a:r>
              <a:rPr lang="es-ES"/>
              <a:t>Complete </a:t>
            </a:r>
            <a:r>
              <a:rPr lang="es-ES" err="1"/>
              <a:t>layout</a:t>
            </a:r>
            <a:r>
              <a:rPr lang="es-ES"/>
              <a:t> </a:t>
            </a:r>
            <a:r>
              <a:rPr lang="es-ES" err="1"/>
              <a:t>screenshot</a:t>
            </a:r>
            <a:endParaRPr lang="es-ES"/>
          </a:p>
          <a:p>
            <a:pPr algn="ctr"/>
            <a:r>
              <a:rPr lang="es-ES"/>
              <a:t> </a:t>
            </a:r>
            <a:r>
              <a:rPr lang="es-ES" err="1"/>
              <a:t>screenshot</a:t>
            </a:r>
            <a:endParaRPr lang="en-US"/>
          </a:p>
        </p:txBody>
      </p:sp>
      <p:pic>
        <p:nvPicPr>
          <p:cNvPr id="5" name="Imagen 4">
            <a:extLst>
              <a:ext uri="{FF2B5EF4-FFF2-40B4-BE49-F238E27FC236}">
                <a16:creationId xmlns:a16="http://schemas.microsoft.com/office/drawing/2014/main" id="{076740E6-6650-8B41-A298-C182E508B6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6360" y="2014805"/>
            <a:ext cx="5395840" cy="3474720"/>
          </a:xfrm>
          <a:prstGeom prst="rect">
            <a:avLst/>
          </a:prstGeom>
        </p:spPr>
      </p:pic>
      <p:pic>
        <p:nvPicPr>
          <p:cNvPr id="4" name="Imagen 3">
            <a:extLst>
              <a:ext uri="{FF2B5EF4-FFF2-40B4-BE49-F238E27FC236}">
                <a16:creationId xmlns:a16="http://schemas.microsoft.com/office/drawing/2014/main" id="{60586679-AD3B-3BEB-845F-1BBD07BD1C92}"/>
              </a:ext>
            </a:extLst>
          </p:cNvPr>
          <p:cNvPicPr>
            <a:picLocks noChangeAspect="1"/>
          </p:cNvPicPr>
          <p:nvPr/>
        </p:nvPicPr>
        <p:blipFill>
          <a:blip r:embed="rId5"/>
          <a:stretch>
            <a:fillRect/>
          </a:stretch>
        </p:blipFill>
        <p:spPr>
          <a:xfrm>
            <a:off x="6874524" y="1740106"/>
            <a:ext cx="4874232" cy="3679567"/>
          </a:xfrm>
          <a:prstGeom prst="rect">
            <a:avLst/>
          </a:prstGeom>
        </p:spPr>
      </p:pic>
    </p:spTree>
    <p:extLst>
      <p:ext uri="{BB962C8B-B14F-4D97-AF65-F5344CB8AC3E}">
        <p14:creationId xmlns:p14="http://schemas.microsoft.com/office/powerpoint/2010/main" val="3496386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80C3D-F3AC-349C-98B3-B4332136F8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DD4786C-A678-1043-E7EA-DD99FA816DE2}"/>
              </a:ext>
            </a:extLst>
          </p:cNvPr>
          <p:cNvSpPr txBox="1">
            <a:spLocks noGrp="1"/>
          </p:cNvSpPr>
          <p:nvPr>
            <p:ph type="title"/>
          </p:nvPr>
        </p:nvSpPr>
        <p:spPr>
          <a:xfrm>
            <a:off x="685799" y="408883"/>
            <a:ext cx="11201399" cy="782265"/>
          </a:xfrm>
          <a:prstGeom prst="rect">
            <a:avLst/>
          </a:prstGeom>
        </p:spPr>
        <p:txBody>
          <a:bodyPr vert="horz" wrap="square" lIns="0" tIns="12700" rIns="0" bIns="0" rtlCol="0">
            <a:spAutoFit/>
          </a:bodyPr>
          <a:lstStyle/>
          <a:p>
            <a:pPr marL="12700" algn="l">
              <a:spcBef>
                <a:spcPts val="100"/>
              </a:spcBef>
            </a:pPr>
            <a:r>
              <a:rPr lang="en-US" sz="2500" dirty="0"/>
              <a:t>Learning outcome #4 – Notebook section 4. Exercises – Part a)</a:t>
            </a:r>
            <a:br>
              <a:rPr lang="en-US" sz="2500" dirty="0"/>
            </a:br>
            <a:endParaRPr sz="2500" b="0" i="1" dirty="0">
              <a:latin typeface="+mj-lt"/>
              <a:cs typeface="Lucida Sans"/>
            </a:endParaRPr>
          </a:p>
        </p:txBody>
      </p:sp>
      <p:pic>
        <p:nvPicPr>
          <p:cNvPr id="83" name="Gráfico 82">
            <a:extLst>
              <a:ext uri="{FF2B5EF4-FFF2-40B4-BE49-F238E27FC236}">
                <a16:creationId xmlns:a16="http://schemas.microsoft.com/office/drawing/2014/main" id="{7FD148DF-F8E3-DA8B-143B-942A32497C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3AB9BF0-398C-48C2-F9B7-2E0B82C70BEF}"/>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94CA8D00-A3DD-C6D4-BB52-9226AFF4EABB}"/>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0731381B-C0B4-D430-BD63-748990A301A4}"/>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Código python para</a:t>
            </a:r>
          </a:p>
          <a:p>
            <a:pPr algn="just"/>
            <a:r>
              <a:rPr lang="en-US" sz="1200" dirty="0">
                <a:latin typeface="Arial" panose="020B0604020202020204" pitchFamily="34" charset="0"/>
                <a:cs typeface="Arial" panose="020B0604020202020204" pitchFamily="34" charset="0"/>
              </a:rPr>
              <a:t>- Create a cell component for a unbalanced MZI, using 2x2 50:50 MMIs with arm length difference as parameter</a:t>
            </a:r>
          </a:p>
        </p:txBody>
      </p:sp>
      <p:sp>
        <p:nvSpPr>
          <p:cNvPr id="8" name="Rectángulo 7">
            <a:extLst>
              <a:ext uri="{FF2B5EF4-FFF2-40B4-BE49-F238E27FC236}">
                <a16:creationId xmlns:a16="http://schemas.microsoft.com/office/drawing/2014/main" id="{291C7E4A-4E4E-EF83-8ABF-8FEDAC347CC5}"/>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425786EF-4863-9D2C-81F5-113AD463ECAF}"/>
              </a:ext>
            </a:extLst>
          </p:cNvPr>
          <p:cNvSpPr txBox="1"/>
          <p:nvPr/>
        </p:nvSpPr>
        <p:spPr>
          <a:xfrm>
            <a:off x="8180318" y="3105834"/>
            <a:ext cx="1774973" cy="369332"/>
          </a:xfrm>
          <a:prstGeom prst="rect">
            <a:avLst/>
          </a:prstGeom>
          <a:noFill/>
        </p:spPr>
        <p:txBody>
          <a:bodyPr wrap="none" rtlCol="0">
            <a:spAutoFit/>
          </a:bodyPr>
          <a:lstStyle/>
          <a:p>
            <a:pPr algn="ctr"/>
            <a:r>
              <a:rPr lang="es-ES" err="1"/>
              <a:t>Screenshot</a:t>
            </a:r>
            <a:r>
              <a:rPr lang="es-ES"/>
              <a:t> </a:t>
            </a:r>
            <a:r>
              <a:rPr lang="es-ES" err="1"/>
              <a:t>for</a:t>
            </a:r>
            <a:r>
              <a:rPr lang="es-ES"/>
              <a:t> …</a:t>
            </a:r>
            <a:endParaRPr lang="en-US"/>
          </a:p>
        </p:txBody>
      </p:sp>
      <p:pic>
        <p:nvPicPr>
          <p:cNvPr id="6" name="Imagen 5">
            <a:extLst>
              <a:ext uri="{FF2B5EF4-FFF2-40B4-BE49-F238E27FC236}">
                <a16:creationId xmlns:a16="http://schemas.microsoft.com/office/drawing/2014/main" id="{1CCACCE9-B50C-DECD-C7D0-7F638CC9533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407104" y="1097183"/>
            <a:ext cx="3266415" cy="2465823"/>
          </a:xfrm>
          <a:prstGeom prst="rect">
            <a:avLst/>
          </a:prstGeom>
        </p:spPr>
      </p:pic>
      <p:pic>
        <p:nvPicPr>
          <p:cNvPr id="7" name="Picture 6">
            <a:extLst>
              <a:ext uri="{FF2B5EF4-FFF2-40B4-BE49-F238E27FC236}">
                <a16:creationId xmlns:a16="http://schemas.microsoft.com/office/drawing/2014/main" id="{92C2F16B-C22A-DC4B-3986-5B5DBEEB006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221612" y="1973580"/>
            <a:ext cx="4159928" cy="3532216"/>
          </a:xfrm>
          <a:prstGeom prst="rect">
            <a:avLst/>
          </a:prstGeom>
        </p:spPr>
      </p:pic>
      <p:pic>
        <p:nvPicPr>
          <p:cNvPr id="5" name="Picture 4">
            <a:extLst>
              <a:ext uri="{FF2B5EF4-FFF2-40B4-BE49-F238E27FC236}">
                <a16:creationId xmlns:a16="http://schemas.microsoft.com/office/drawing/2014/main" id="{75AE2057-30A8-614E-FA6B-FDF700D47277}"/>
              </a:ext>
            </a:extLst>
          </p:cNvPr>
          <p:cNvPicPr>
            <a:picLocks noChangeAspect="1"/>
          </p:cNvPicPr>
          <p:nvPr/>
        </p:nvPicPr>
        <p:blipFill>
          <a:blip r:embed="rId6"/>
          <a:stretch>
            <a:fillRect/>
          </a:stretch>
        </p:blipFill>
        <p:spPr>
          <a:xfrm>
            <a:off x="7388292" y="3620753"/>
            <a:ext cx="3266415" cy="2465823"/>
          </a:xfrm>
          <a:prstGeom prst="rect">
            <a:avLst/>
          </a:prstGeom>
        </p:spPr>
      </p:pic>
    </p:spTree>
    <p:extLst>
      <p:ext uri="{BB962C8B-B14F-4D97-AF65-F5344CB8AC3E}">
        <p14:creationId xmlns:p14="http://schemas.microsoft.com/office/powerpoint/2010/main" val="2405041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E4C8-9334-5513-FF1F-33D853313C6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E1AF5DE-7DDA-6BD6-356B-BC8C6D64E845}"/>
              </a:ext>
            </a:extLst>
          </p:cNvPr>
          <p:cNvSpPr txBox="1">
            <a:spLocks noGrp="1"/>
          </p:cNvSpPr>
          <p:nvPr>
            <p:ph type="title"/>
          </p:nvPr>
        </p:nvSpPr>
        <p:spPr>
          <a:xfrm>
            <a:off x="685799" y="408883"/>
            <a:ext cx="11201399" cy="782265"/>
          </a:xfrm>
          <a:prstGeom prst="rect">
            <a:avLst/>
          </a:prstGeom>
        </p:spPr>
        <p:txBody>
          <a:bodyPr vert="horz" wrap="square" lIns="0" tIns="12700" rIns="0" bIns="0" rtlCol="0">
            <a:spAutoFit/>
          </a:bodyPr>
          <a:lstStyle/>
          <a:p>
            <a:pPr marL="12700" algn="l">
              <a:spcBef>
                <a:spcPts val="100"/>
              </a:spcBef>
            </a:pPr>
            <a:r>
              <a:rPr lang="en-US" sz="2500" dirty="0"/>
              <a:t>Learning outcome #4 – Notebook section 4. Exercises – Part a)</a:t>
            </a:r>
            <a:br>
              <a:rPr lang="en-US" sz="2500" dirty="0"/>
            </a:br>
            <a:endParaRPr sz="2500" b="0" i="1" dirty="0">
              <a:latin typeface="+mj-lt"/>
              <a:cs typeface="Lucida Sans"/>
            </a:endParaRPr>
          </a:p>
        </p:txBody>
      </p:sp>
      <p:pic>
        <p:nvPicPr>
          <p:cNvPr id="83" name="Gráfico 82">
            <a:extLst>
              <a:ext uri="{FF2B5EF4-FFF2-40B4-BE49-F238E27FC236}">
                <a16:creationId xmlns:a16="http://schemas.microsoft.com/office/drawing/2014/main" id="{5D49E74B-1AD5-7FC5-2E12-D96B4495DB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FF85DB7-C4BC-5D3A-851B-B69459544C94}"/>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7B8D62CE-B626-2C40-8F1B-BEF772400C87}"/>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3930ACA5-E550-020E-CD01-1246D0F766EE}"/>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Código python para</a:t>
            </a:r>
          </a:p>
          <a:p>
            <a:pPr algn="just"/>
            <a:r>
              <a:rPr lang="en-US" sz="1200" dirty="0">
                <a:latin typeface="Arial" panose="020B0604020202020204" pitchFamily="34" charset="0"/>
                <a:cs typeface="Arial" panose="020B0604020202020204" pitchFamily="34" charset="0"/>
              </a:rPr>
              <a:t>- Create a cell component based on the previous, where the arms have thermal tuners on top of each one</a:t>
            </a:r>
          </a:p>
        </p:txBody>
      </p:sp>
      <p:sp>
        <p:nvSpPr>
          <p:cNvPr id="8" name="Rectángulo 7">
            <a:extLst>
              <a:ext uri="{FF2B5EF4-FFF2-40B4-BE49-F238E27FC236}">
                <a16:creationId xmlns:a16="http://schemas.microsoft.com/office/drawing/2014/main" id="{A9FD1AFB-531D-5964-3C9C-F7BC2471B801}"/>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8A00A5C1-FDE5-681F-50A7-3ACBBDDCC513}"/>
              </a:ext>
            </a:extLst>
          </p:cNvPr>
          <p:cNvSpPr txBox="1"/>
          <p:nvPr/>
        </p:nvSpPr>
        <p:spPr>
          <a:xfrm>
            <a:off x="8180318" y="3105834"/>
            <a:ext cx="1774973" cy="369332"/>
          </a:xfrm>
          <a:prstGeom prst="rect">
            <a:avLst/>
          </a:prstGeom>
          <a:noFill/>
        </p:spPr>
        <p:txBody>
          <a:bodyPr wrap="none" rtlCol="0">
            <a:spAutoFit/>
          </a:bodyPr>
          <a:lstStyle/>
          <a:p>
            <a:pPr algn="ctr"/>
            <a:r>
              <a:rPr lang="es-ES" err="1"/>
              <a:t>Screenshot</a:t>
            </a:r>
            <a:r>
              <a:rPr lang="es-ES"/>
              <a:t> </a:t>
            </a:r>
            <a:r>
              <a:rPr lang="es-ES" err="1"/>
              <a:t>for</a:t>
            </a:r>
            <a:r>
              <a:rPr lang="es-ES"/>
              <a:t> …</a:t>
            </a:r>
            <a:endParaRPr lang="en-US"/>
          </a:p>
        </p:txBody>
      </p:sp>
      <p:pic>
        <p:nvPicPr>
          <p:cNvPr id="7" name="Imagen 6">
            <a:extLst>
              <a:ext uri="{FF2B5EF4-FFF2-40B4-BE49-F238E27FC236}">
                <a16:creationId xmlns:a16="http://schemas.microsoft.com/office/drawing/2014/main" id="{A4B029A9-1C44-804E-777F-FDE379102E1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05210" y="1782511"/>
            <a:ext cx="4295180" cy="3820665"/>
          </a:xfrm>
          <a:prstGeom prst="rect">
            <a:avLst/>
          </a:prstGeom>
        </p:spPr>
      </p:pic>
      <p:pic>
        <p:nvPicPr>
          <p:cNvPr id="10" name="Imagen 9">
            <a:extLst>
              <a:ext uri="{FF2B5EF4-FFF2-40B4-BE49-F238E27FC236}">
                <a16:creationId xmlns:a16="http://schemas.microsoft.com/office/drawing/2014/main" id="{CEBDC56F-1F7D-DA60-AF28-0BF5613CB7AD}"/>
              </a:ext>
            </a:extLst>
          </p:cNvPr>
          <p:cNvPicPr>
            <a:picLocks noChangeAspect="1"/>
          </p:cNvPicPr>
          <p:nvPr/>
        </p:nvPicPr>
        <p:blipFill>
          <a:blip r:embed="rId5"/>
          <a:stretch>
            <a:fillRect/>
          </a:stretch>
        </p:blipFill>
        <p:spPr>
          <a:xfrm>
            <a:off x="6542216" y="1473200"/>
            <a:ext cx="5181600" cy="3911600"/>
          </a:xfrm>
          <a:prstGeom prst="rect">
            <a:avLst/>
          </a:prstGeom>
        </p:spPr>
      </p:pic>
    </p:spTree>
    <p:extLst>
      <p:ext uri="{BB962C8B-B14F-4D97-AF65-F5344CB8AC3E}">
        <p14:creationId xmlns:p14="http://schemas.microsoft.com/office/powerpoint/2010/main" val="976006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57862-B72D-38A4-B136-5A523D47D06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982B524-A363-4A94-6B1C-E813954DE15A}"/>
              </a:ext>
            </a:extLst>
          </p:cNvPr>
          <p:cNvSpPr txBox="1">
            <a:spLocks noGrp="1"/>
          </p:cNvSpPr>
          <p:nvPr>
            <p:ph type="title"/>
          </p:nvPr>
        </p:nvSpPr>
        <p:spPr>
          <a:xfrm>
            <a:off x="685799" y="408883"/>
            <a:ext cx="11201399" cy="782265"/>
          </a:xfrm>
          <a:prstGeom prst="rect">
            <a:avLst/>
          </a:prstGeom>
        </p:spPr>
        <p:txBody>
          <a:bodyPr vert="horz" wrap="square" lIns="0" tIns="12700" rIns="0" bIns="0" rtlCol="0">
            <a:spAutoFit/>
          </a:bodyPr>
          <a:lstStyle/>
          <a:p>
            <a:pPr marL="12700" algn="l">
              <a:spcBef>
                <a:spcPts val="100"/>
              </a:spcBef>
            </a:pPr>
            <a:r>
              <a:rPr lang="en-US" sz="2500" dirty="0"/>
              <a:t>Learning outcome #4 – Notebook section 4. Exercises – Part a)</a:t>
            </a:r>
            <a:br>
              <a:rPr lang="en-US" sz="2500" dirty="0"/>
            </a:br>
            <a:endParaRPr sz="2500" b="0" i="1" dirty="0">
              <a:latin typeface="+mj-lt"/>
              <a:cs typeface="Lucida Sans"/>
            </a:endParaRPr>
          </a:p>
        </p:txBody>
      </p:sp>
      <p:pic>
        <p:nvPicPr>
          <p:cNvPr id="83" name="Gráfico 82">
            <a:extLst>
              <a:ext uri="{FF2B5EF4-FFF2-40B4-BE49-F238E27FC236}">
                <a16:creationId xmlns:a16="http://schemas.microsoft.com/office/drawing/2014/main" id="{F779D1A5-F164-9720-79FB-54D739303A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F27B57D-DDA3-326C-632A-F8FE3AB6433B}"/>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EFB6E0F6-D0D5-2D3B-5DCB-81BB6DEC91D7}"/>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2185DF12-74AA-7ECC-0023-A9CE377404BE}"/>
              </a:ext>
            </a:extLst>
          </p:cNvPr>
          <p:cNvSpPr txBox="1"/>
          <p:nvPr/>
        </p:nvSpPr>
        <p:spPr>
          <a:xfrm>
            <a:off x="685800" y="990600"/>
            <a:ext cx="5410200" cy="538734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Código python para</a:t>
            </a:r>
          </a:p>
          <a:p>
            <a:pPr algn="just"/>
            <a:r>
              <a:rPr lang="en-US" sz="1200" dirty="0">
                <a:latin typeface="Arial" panose="020B0604020202020204" pitchFamily="34" charset="0"/>
                <a:cs typeface="Arial" panose="020B0604020202020204" pitchFamily="34" charset="0"/>
              </a:rPr>
              <a:t>- Create a cell component for an all-pass ring resonator, using 2x2 50:50 MMIs, with extra length parameter for different perimeters</a:t>
            </a:r>
          </a:p>
        </p:txBody>
      </p:sp>
      <p:sp>
        <p:nvSpPr>
          <p:cNvPr id="8" name="Rectángulo 7">
            <a:extLst>
              <a:ext uri="{FF2B5EF4-FFF2-40B4-BE49-F238E27FC236}">
                <a16:creationId xmlns:a16="http://schemas.microsoft.com/office/drawing/2014/main" id="{AF0222CF-2FD2-3EE6-C923-C1B88EAE10B1}"/>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16F51CA9-3E1C-8B2A-8B4F-500C1AB48A69}"/>
              </a:ext>
            </a:extLst>
          </p:cNvPr>
          <p:cNvSpPr txBox="1"/>
          <p:nvPr/>
        </p:nvSpPr>
        <p:spPr>
          <a:xfrm>
            <a:off x="8180318" y="3105834"/>
            <a:ext cx="1774973" cy="369332"/>
          </a:xfrm>
          <a:prstGeom prst="rect">
            <a:avLst/>
          </a:prstGeom>
          <a:noFill/>
        </p:spPr>
        <p:txBody>
          <a:bodyPr wrap="none" rtlCol="0">
            <a:spAutoFit/>
          </a:bodyPr>
          <a:lstStyle/>
          <a:p>
            <a:pPr algn="ctr"/>
            <a:r>
              <a:rPr lang="es-ES" err="1"/>
              <a:t>Screenshot</a:t>
            </a:r>
            <a:r>
              <a:rPr lang="es-ES"/>
              <a:t> </a:t>
            </a:r>
            <a:r>
              <a:rPr lang="es-ES" err="1"/>
              <a:t>for</a:t>
            </a:r>
            <a:r>
              <a:rPr lang="es-ES"/>
              <a:t> …</a:t>
            </a:r>
            <a:endParaRPr lang="en-US"/>
          </a:p>
        </p:txBody>
      </p:sp>
      <p:pic>
        <p:nvPicPr>
          <p:cNvPr id="6" name="Imagen 5">
            <a:extLst>
              <a:ext uri="{FF2B5EF4-FFF2-40B4-BE49-F238E27FC236}">
                <a16:creationId xmlns:a16="http://schemas.microsoft.com/office/drawing/2014/main" id="{7AB6465C-D05C-093A-E687-E39CBFE4CA7E}"/>
              </a:ext>
            </a:extLst>
          </p:cNvPr>
          <p:cNvPicPr>
            <a:picLocks noChangeAspect="1"/>
          </p:cNvPicPr>
          <p:nvPr/>
        </p:nvPicPr>
        <p:blipFill>
          <a:blip r:embed="rId4"/>
          <a:stretch>
            <a:fillRect/>
          </a:stretch>
        </p:blipFill>
        <p:spPr>
          <a:xfrm>
            <a:off x="6333244" y="1519366"/>
            <a:ext cx="5181600" cy="3911600"/>
          </a:xfrm>
          <a:prstGeom prst="rect">
            <a:avLst/>
          </a:prstGeom>
        </p:spPr>
      </p:pic>
      <p:pic>
        <p:nvPicPr>
          <p:cNvPr id="7" name="Picture 6">
            <a:extLst>
              <a:ext uri="{FF2B5EF4-FFF2-40B4-BE49-F238E27FC236}">
                <a16:creationId xmlns:a16="http://schemas.microsoft.com/office/drawing/2014/main" id="{3027F4F8-6463-0D72-E543-4819FD293EDD}"/>
              </a:ext>
            </a:extLst>
          </p:cNvPr>
          <p:cNvPicPr>
            <a:picLocks noChangeAspect="1"/>
          </p:cNvPicPr>
          <p:nvPr/>
        </p:nvPicPr>
        <p:blipFill>
          <a:blip r:embed="rId5"/>
          <a:stretch>
            <a:fillRect/>
          </a:stretch>
        </p:blipFill>
        <p:spPr>
          <a:xfrm>
            <a:off x="1184256" y="1725825"/>
            <a:ext cx="4140607" cy="4590674"/>
          </a:xfrm>
          <a:prstGeom prst="rect">
            <a:avLst/>
          </a:prstGeom>
        </p:spPr>
      </p:pic>
    </p:spTree>
    <p:extLst>
      <p:ext uri="{BB962C8B-B14F-4D97-AF65-F5344CB8AC3E}">
        <p14:creationId xmlns:p14="http://schemas.microsoft.com/office/powerpoint/2010/main" val="698044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81C10-1012-3B77-90B1-375D8DDB529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67114AB-E2D2-9764-D664-62EECFBBD03B}"/>
              </a:ext>
            </a:extLst>
          </p:cNvPr>
          <p:cNvSpPr txBox="1">
            <a:spLocks noGrp="1"/>
          </p:cNvSpPr>
          <p:nvPr>
            <p:ph type="title"/>
          </p:nvPr>
        </p:nvSpPr>
        <p:spPr>
          <a:xfrm>
            <a:off x="685799" y="408883"/>
            <a:ext cx="11201399" cy="782265"/>
          </a:xfrm>
          <a:prstGeom prst="rect">
            <a:avLst/>
          </a:prstGeom>
        </p:spPr>
        <p:txBody>
          <a:bodyPr vert="horz" wrap="square" lIns="0" tIns="12700" rIns="0" bIns="0" rtlCol="0">
            <a:spAutoFit/>
          </a:bodyPr>
          <a:lstStyle/>
          <a:p>
            <a:pPr marL="12700" algn="l">
              <a:spcBef>
                <a:spcPts val="100"/>
              </a:spcBef>
            </a:pPr>
            <a:r>
              <a:rPr lang="en-US" sz="2500" dirty="0"/>
              <a:t>Learning outcome #4 – Notebook section 4. Exercises – Part a)</a:t>
            </a:r>
            <a:br>
              <a:rPr lang="en-US" sz="2500" dirty="0"/>
            </a:br>
            <a:endParaRPr sz="2500" b="0" i="1" dirty="0">
              <a:latin typeface="+mj-lt"/>
              <a:cs typeface="Lucida Sans"/>
            </a:endParaRPr>
          </a:p>
        </p:txBody>
      </p:sp>
      <p:pic>
        <p:nvPicPr>
          <p:cNvPr id="83" name="Gráfico 82">
            <a:extLst>
              <a:ext uri="{FF2B5EF4-FFF2-40B4-BE49-F238E27FC236}">
                <a16:creationId xmlns:a16="http://schemas.microsoft.com/office/drawing/2014/main" id="{6249AC47-F57E-7EF4-C0D0-BB0993FD23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B81EDD1-85E5-2458-010B-5CC2E867EF7D}"/>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60082746-1205-6868-D34B-FEC234C1B488}"/>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97D54ED1-B273-53A3-E25C-141B4C1B3337}"/>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Código python para</a:t>
            </a:r>
          </a:p>
          <a:p>
            <a:pPr algn="just"/>
            <a:r>
              <a:rPr lang="en-US" sz="1200" dirty="0">
                <a:latin typeface="Arial" panose="020B0604020202020204" pitchFamily="34" charset="0"/>
                <a:cs typeface="Arial" panose="020B0604020202020204" pitchFamily="34" charset="0"/>
              </a:rPr>
              <a:t>- Create a cell component based on the previous, where the ring has a thermal tuner on top along all the perimeter</a:t>
            </a:r>
          </a:p>
        </p:txBody>
      </p:sp>
      <p:sp>
        <p:nvSpPr>
          <p:cNvPr id="8" name="Rectángulo 7">
            <a:extLst>
              <a:ext uri="{FF2B5EF4-FFF2-40B4-BE49-F238E27FC236}">
                <a16:creationId xmlns:a16="http://schemas.microsoft.com/office/drawing/2014/main" id="{98D44154-465E-07FB-8505-ED58282BAC24}"/>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DD8BBAB7-3B96-F4FB-6A69-5CD84F1EB8D9}"/>
              </a:ext>
            </a:extLst>
          </p:cNvPr>
          <p:cNvSpPr txBox="1"/>
          <p:nvPr/>
        </p:nvSpPr>
        <p:spPr>
          <a:xfrm>
            <a:off x="8180318" y="3105834"/>
            <a:ext cx="1774973" cy="369332"/>
          </a:xfrm>
          <a:prstGeom prst="rect">
            <a:avLst/>
          </a:prstGeom>
          <a:noFill/>
        </p:spPr>
        <p:txBody>
          <a:bodyPr wrap="none" rtlCol="0">
            <a:spAutoFit/>
          </a:bodyPr>
          <a:lstStyle/>
          <a:p>
            <a:pPr algn="ctr"/>
            <a:r>
              <a:rPr lang="es-ES" err="1"/>
              <a:t>Screenshot</a:t>
            </a:r>
            <a:r>
              <a:rPr lang="es-ES"/>
              <a:t> </a:t>
            </a:r>
            <a:r>
              <a:rPr lang="es-ES" err="1"/>
              <a:t>for</a:t>
            </a:r>
            <a:r>
              <a:rPr lang="es-ES"/>
              <a:t> …</a:t>
            </a:r>
            <a:endParaRPr lang="en-US"/>
          </a:p>
        </p:txBody>
      </p:sp>
      <p:pic>
        <p:nvPicPr>
          <p:cNvPr id="5" name="Imagen 4">
            <a:extLst>
              <a:ext uri="{FF2B5EF4-FFF2-40B4-BE49-F238E27FC236}">
                <a16:creationId xmlns:a16="http://schemas.microsoft.com/office/drawing/2014/main" id="{6197C1A8-6C06-A8AF-9144-45F89DA0FBE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6950" y="1967476"/>
            <a:ext cx="4787900" cy="2923047"/>
          </a:xfrm>
          <a:prstGeom prst="rect">
            <a:avLst/>
          </a:prstGeom>
        </p:spPr>
      </p:pic>
      <p:pic>
        <p:nvPicPr>
          <p:cNvPr id="6" name="Imagen 5">
            <a:extLst>
              <a:ext uri="{FF2B5EF4-FFF2-40B4-BE49-F238E27FC236}">
                <a16:creationId xmlns:a16="http://schemas.microsoft.com/office/drawing/2014/main" id="{5C3F444C-01EB-1A16-D54C-F626EB6BA25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365789" y="1473200"/>
            <a:ext cx="5181600" cy="3911600"/>
          </a:xfrm>
          <a:prstGeom prst="rect">
            <a:avLst/>
          </a:prstGeom>
        </p:spPr>
      </p:pic>
    </p:spTree>
    <p:extLst>
      <p:ext uri="{BB962C8B-B14F-4D97-AF65-F5344CB8AC3E}">
        <p14:creationId xmlns:p14="http://schemas.microsoft.com/office/powerpoint/2010/main" val="15313553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B1E63-1825-F41E-8FF0-6AF5A5F5AD0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4D53EE1-00F8-F2E4-69BA-A44FD0E64DBA}"/>
              </a:ext>
            </a:extLst>
          </p:cNvPr>
          <p:cNvSpPr txBox="1">
            <a:spLocks noGrp="1"/>
          </p:cNvSpPr>
          <p:nvPr>
            <p:ph type="title"/>
          </p:nvPr>
        </p:nvSpPr>
        <p:spPr>
          <a:xfrm>
            <a:off x="685799" y="408883"/>
            <a:ext cx="11201399" cy="782265"/>
          </a:xfrm>
          <a:prstGeom prst="rect">
            <a:avLst/>
          </a:prstGeom>
        </p:spPr>
        <p:txBody>
          <a:bodyPr vert="horz" wrap="square" lIns="0" tIns="12700" rIns="0" bIns="0" rtlCol="0">
            <a:spAutoFit/>
          </a:bodyPr>
          <a:lstStyle/>
          <a:p>
            <a:pPr marL="12700" algn="l">
              <a:spcBef>
                <a:spcPts val="100"/>
              </a:spcBef>
            </a:pPr>
            <a:r>
              <a:rPr lang="en-US" sz="2500" dirty="0"/>
              <a:t>Learning outcome #4 – Notebook section 4. Exercises – Part a)</a:t>
            </a:r>
            <a:br>
              <a:rPr lang="en-US" sz="2500" dirty="0"/>
            </a:br>
            <a:endParaRPr sz="2500" b="0" i="1" dirty="0">
              <a:latin typeface="+mj-lt"/>
              <a:cs typeface="Lucida Sans"/>
            </a:endParaRPr>
          </a:p>
        </p:txBody>
      </p:sp>
      <p:pic>
        <p:nvPicPr>
          <p:cNvPr id="83" name="Gráfico 82">
            <a:extLst>
              <a:ext uri="{FF2B5EF4-FFF2-40B4-BE49-F238E27FC236}">
                <a16:creationId xmlns:a16="http://schemas.microsoft.com/office/drawing/2014/main" id="{3AB49289-79F9-8EB3-3753-F8DDD669DC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6598A7E-A239-58D2-F1AB-D6E09A7CE587}"/>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D21F504D-3EAC-25A4-F350-9FF8D4BF5D44}"/>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552EB805-65F3-194B-C8F4-CA690A8BA9F7}"/>
              </a:ext>
            </a:extLst>
          </p:cNvPr>
          <p:cNvSpPr txBox="1"/>
          <p:nvPr/>
        </p:nvSpPr>
        <p:spPr>
          <a:xfrm>
            <a:off x="685800" y="990600"/>
            <a:ext cx="11201398" cy="2320823"/>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Código python para</a:t>
            </a:r>
          </a:p>
          <a:p>
            <a:pPr algn="just"/>
            <a:r>
              <a:rPr lang="en-US" sz="1200" dirty="0">
                <a:latin typeface="Arial" panose="020B0604020202020204" pitchFamily="34" charset="0"/>
                <a:cs typeface="Arial" panose="020B0604020202020204" pitchFamily="34" charset="0"/>
              </a:rPr>
              <a:t>- Create a cell component based on existing </a:t>
            </a:r>
            <a:r>
              <a:rPr lang="en-US" sz="1200" dirty="0" err="1">
                <a:latin typeface="Arial" panose="020B0604020202020204" pitchFamily="34" charset="0"/>
                <a:cs typeface="Arial" panose="020B0604020202020204" pitchFamily="34" charset="0"/>
              </a:rPr>
              <a:t>GDSfactory</a:t>
            </a:r>
            <a:r>
              <a:rPr lang="en-US" sz="1200" dirty="0">
                <a:latin typeface="Arial" panose="020B0604020202020204" pitchFamily="34" charset="0"/>
                <a:cs typeface="Arial" panose="020B0604020202020204" pitchFamily="34" charset="0"/>
              </a:rPr>
              <a:t> spiral components, with length as parameter</a:t>
            </a:r>
          </a:p>
        </p:txBody>
      </p:sp>
      <p:sp>
        <p:nvSpPr>
          <p:cNvPr id="8" name="Rectángulo 7">
            <a:extLst>
              <a:ext uri="{FF2B5EF4-FFF2-40B4-BE49-F238E27FC236}">
                <a16:creationId xmlns:a16="http://schemas.microsoft.com/office/drawing/2014/main" id="{F2B60D58-C055-6503-3D14-DA4E7E01A3FF}"/>
              </a:ext>
            </a:extLst>
          </p:cNvPr>
          <p:cNvSpPr/>
          <p:nvPr/>
        </p:nvSpPr>
        <p:spPr>
          <a:xfrm>
            <a:off x="685798" y="3685002"/>
            <a:ext cx="11201398" cy="2577709"/>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9E0C635E-2A72-95A1-311C-FF55A29F02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676" y="1564727"/>
            <a:ext cx="8849449" cy="1541107"/>
          </a:xfrm>
          <a:prstGeom prst="rect">
            <a:avLst/>
          </a:prstGeom>
        </p:spPr>
      </p:pic>
      <p:pic>
        <p:nvPicPr>
          <p:cNvPr id="6" name="Imagen 5">
            <a:extLst>
              <a:ext uri="{FF2B5EF4-FFF2-40B4-BE49-F238E27FC236}">
                <a16:creationId xmlns:a16="http://schemas.microsoft.com/office/drawing/2014/main" id="{2D7E9306-FAC9-07E9-5701-4543A3808607}"/>
              </a:ext>
            </a:extLst>
          </p:cNvPr>
          <p:cNvPicPr>
            <a:picLocks noChangeAspect="1"/>
          </p:cNvPicPr>
          <p:nvPr/>
        </p:nvPicPr>
        <p:blipFill>
          <a:blip r:embed="rId5"/>
          <a:srcRect t="26260" b="25517"/>
          <a:stretch>
            <a:fillRect/>
          </a:stretch>
        </p:blipFill>
        <p:spPr>
          <a:xfrm>
            <a:off x="2738978" y="3793971"/>
            <a:ext cx="6207313" cy="2259694"/>
          </a:xfrm>
          <a:prstGeom prst="rect">
            <a:avLst/>
          </a:prstGeom>
        </p:spPr>
      </p:pic>
    </p:spTree>
    <p:extLst>
      <p:ext uri="{BB962C8B-B14F-4D97-AF65-F5344CB8AC3E}">
        <p14:creationId xmlns:p14="http://schemas.microsoft.com/office/powerpoint/2010/main" val="28951808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787F0-CB2C-2FE5-5614-A0F16A628E7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02B708D-0704-5977-EC6F-88CF05CBBE8F}"/>
              </a:ext>
            </a:extLst>
          </p:cNvPr>
          <p:cNvSpPr txBox="1">
            <a:spLocks noGrp="1"/>
          </p:cNvSpPr>
          <p:nvPr>
            <p:ph type="title"/>
          </p:nvPr>
        </p:nvSpPr>
        <p:spPr>
          <a:xfrm>
            <a:off x="685799" y="408883"/>
            <a:ext cx="11201399" cy="397545"/>
          </a:xfrm>
          <a:prstGeom prst="rect">
            <a:avLst/>
          </a:prstGeom>
        </p:spPr>
        <p:txBody>
          <a:bodyPr vert="horz" wrap="square" lIns="0" tIns="12700" rIns="0" bIns="0" rtlCol="0">
            <a:spAutoFit/>
          </a:bodyPr>
          <a:lstStyle/>
          <a:p>
            <a:pPr marL="12700" algn="l">
              <a:spcBef>
                <a:spcPts val="100"/>
              </a:spcBef>
            </a:pPr>
            <a:r>
              <a:rPr lang="en-US" sz="2500" dirty="0"/>
              <a:t>Learning outcome #4 – Notebook section 4. Exercises – </a:t>
            </a:r>
            <a:r>
              <a:rPr lang="en-US" sz="2400" dirty="0">
                <a:latin typeface="Arial" panose="020B0604020202020204" pitchFamily="34" charset="0"/>
                <a:cs typeface="Arial" panose="020B0604020202020204" pitchFamily="34" charset="0"/>
              </a:rPr>
              <a:t>Part b)</a:t>
            </a:r>
            <a:endParaRPr sz="2500" b="0" i="1" dirty="0">
              <a:latin typeface="+mj-lt"/>
              <a:cs typeface="Lucida Sans"/>
            </a:endParaRPr>
          </a:p>
        </p:txBody>
      </p:sp>
      <p:pic>
        <p:nvPicPr>
          <p:cNvPr id="83" name="Gráfico 82">
            <a:extLst>
              <a:ext uri="{FF2B5EF4-FFF2-40B4-BE49-F238E27FC236}">
                <a16:creationId xmlns:a16="http://schemas.microsoft.com/office/drawing/2014/main" id="{25386122-0096-23D3-AB3A-550FBF0A31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13FD8D6-DEAF-544C-DE8A-FEED1CFD257F}"/>
              </a:ext>
            </a:extLst>
          </p:cNvPr>
          <p:cNvSpPr>
            <a:spLocks noGrp="1"/>
          </p:cNvSpPr>
          <p:nvPr>
            <p:ph type="sldNum" sz="quarter" idx="7"/>
          </p:nvPr>
        </p:nvSpPr>
        <p:spPr/>
        <p:txBody>
          <a:bodyPr/>
          <a:lstStyle/>
          <a:p>
            <a:fld id="{B6F15528-21DE-4FAA-801E-634DDDAF4B2B}" type="slidenum">
              <a:rPr lang="es-ES" smtClean="0"/>
              <a:t>23</a:t>
            </a:fld>
            <a:endParaRPr lang="es-ES"/>
          </a:p>
        </p:txBody>
      </p:sp>
      <p:sp>
        <p:nvSpPr>
          <p:cNvPr id="3" name="Marcador de pie de página 2">
            <a:extLst>
              <a:ext uri="{FF2B5EF4-FFF2-40B4-BE49-F238E27FC236}">
                <a16:creationId xmlns:a16="http://schemas.microsoft.com/office/drawing/2014/main" id="{30B40145-CD7B-EB6E-E37D-B6E973BB915B}"/>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3C6D55FC-5031-5DAE-893E-BF1355747932}"/>
              </a:ext>
            </a:extLst>
          </p:cNvPr>
          <p:cNvSpPr txBox="1"/>
          <p:nvPr/>
        </p:nvSpPr>
        <p:spPr>
          <a:xfrm>
            <a:off x="685800" y="990600"/>
            <a:ext cx="737446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Código python para</a:t>
            </a:r>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Create a die  W = 5 mm x L = 10 mm </a:t>
            </a: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B7F15AC0-F440-2DF1-6C9D-0A7E2EAFC2C8}"/>
              </a:ext>
            </a:extLst>
          </p:cNvPr>
          <p:cNvSpPr/>
          <p:nvPr/>
        </p:nvSpPr>
        <p:spPr>
          <a:xfrm>
            <a:off x="8180318" y="990285"/>
            <a:ext cx="3706881"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9248EFD-19EE-95CC-AC89-5D89542724B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44803" y="1717589"/>
            <a:ext cx="6856453" cy="3876387"/>
          </a:xfrm>
          <a:prstGeom prst="rect">
            <a:avLst/>
          </a:prstGeom>
        </p:spPr>
      </p:pic>
      <p:pic>
        <p:nvPicPr>
          <p:cNvPr id="6" name="Imagen 5">
            <a:extLst>
              <a:ext uri="{FF2B5EF4-FFF2-40B4-BE49-F238E27FC236}">
                <a16:creationId xmlns:a16="http://schemas.microsoft.com/office/drawing/2014/main" id="{CE4AC0B4-0BBB-7BD6-462A-C8B63A55D335}"/>
              </a:ext>
            </a:extLst>
          </p:cNvPr>
          <p:cNvPicPr>
            <a:picLocks noChangeAspect="1"/>
          </p:cNvPicPr>
          <p:nvPr/>
        </p:nvPicPr>
        <p:blipFill>
          <a:blip r:embed="rId5"/>
          <a:srcRect l="20491" r="15453"/>
          <a:stretch>
            <a:fillRect/>
          </a:stretch>
        </p:blipFill>
        <p:spPr>
          <a:xfrm>
            <a:off x="8253935" y="1473200"/>
            <a:ext cx="3513206" cy="4120776"/>
          </a:xfrm>
          <a:prstGeom prst="rect">
            <a:avLst/>
          </a:prstGeom>
        </p:spPr>
      </p:pic>
    </p:spTree>
    <p:extLst>
      <p:ext uri="{BB962C8B-B14F-4D97-AF65-F5344CB8AC3E}">
        <p14:creationId xmlns:p14="http://schemas.microsoft.com/office/powerpoint/2010/main" val="42561686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FE957-23B2-3EF8-3140-A24D6B5F7D4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D1F668C-4DD7-9F55-3473-586CB536CE3F}"/>
              </a:ext>
            </a:extLst>
          </p:cNvPr>
          <p:cNvSpPr txBox="1">
            <a:spLocks noGrp="1"/>
          </p:cNvSpPr>
          <p:nvPr>
            <p:ph type="title"/>
          </p:nvPr>
        </p:nvSpPr>
        <p:spPr>
          <a:xfrm>
            <a:off x="685799" y="408883"/>
            <a:ext cx="11201399" cy="397545"/>
          </a:xfrm>
          <a:prstGeom prst="rect">
            <a:avLst/>
          </a:prstGeom>
        </p:spPr>
        <p:txBody>
          <a:bodyPr vert="horz" wrap="square" lIns="0" tIns="12700" rIns="0" bIns="0" rtlCol="0">
            <a:spAutoFit/>
          </a:bodyPr>
          <a:lstStyle/>
          <a:p>
            <a:pPr marL="12700" algn="l">
              <a:spcBef>
                <a:spcPts val="100"/>
              </a:spcBef>
            </a:pPr>
            <a:r>
              <a:rPr lang="en-US" sz="2500" dirty="0"/>
              <a:t>Learning outcome #4 – Notebook section 4. Exercises – </a:t>
            </a:r>
            <a:r>
              <a:rPr lang="en-US" sz="2400" dirty="0">
                <a:latin typeface="Arial" panose="020B0604020202020204" pitchFamily="34" charset="0"/>
                <a:cs typeface="Arial" panose="020B0604020202020204" pitchFamily="34" charset="0"/>
              </a:rPr>
              <a:t>Part b)</a:t>
            </a:r>
            <a:endParaRPr sz="2500" b="0" i="1" dirty="0">
              <a:latin typeface="+mj-lt"/>
              <a:cs typeface="Lucida Sans"/>
            </a:endParaRPr>
          </a:p>
        </p:txBody>
      </p:sp>
      <p:pic>
        <p:nvPicPr>
          <p:cNvPr id="83" name="Gráfico 82">
            <a:extLst>
              <a:ext uri="{FF2B5EF4-FFF2-40B4-BE49-F238E27FC236}">
                <a16:creationId xmlns:a16="http://schemas.microsoft.com/office/drawing/2014/main" id="{83A5B6AF-2007-AD7C-9F1A-EA3B3E3C75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2E59192-4A6C-3454-297B-A3487544478F}"/>
              </a:ext>
            </a:extLst>
          </p:cNvPr>
          <p:cNvSpPr>
            <a:spLocks noGrp="1"/>
          </p:cNvSpPr>
          <p:nvPr>
            <p:ph type="sldNum" sz="quarter" idx="7"/>
          </p:nvPr>
        </p:nvSpPr>
        <p:spPr/>
        <p:txBody>
          <a:bodyPr/>
          <a:lstStyle/>
          <a:p>
            <a:fld id="{B6F15528-21DE-4FAA-801E-634DDDAF4B2B}" type="slidenum">
              <a:rPr lang="es-ES" smtClean="0"/>
              <a:t>24</a:t>
            </a:fld>
            <a:endParaRPr lang="es-ES"/>
          </a:p>
        </p:txBody>
      </p:sp>
      <p:sp>
        <p:nvSpPr>
          <p:cNvPr id="3" name="Marcador de pie de página 2">
            <a:extLst>
              <a:ext uri="{FF2B5EF4-FFF2-40B4-BE49-F238E27FC236}">
                <a16:creationId xmlns:a16="http://schemas.microsoft.com/office/drawing/2014/main" id="{EA1A79F7-02EC-CAF5-BB80-7846971C5DF5}"/>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9F0ACE0A-BAE8-D87B-0C19-A3D05BF766BE}"/>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Código python para</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Create an array of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spaced at 250 µm (as much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as the width allows)</a:t>
            </a: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88512FDC-2BD5-BEBD-B893-F2490F67D757}"/>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EDB6E076-C915-0022-FC88-6EDBAD20E3DF}"/>
              </a:ext>
            </a:extLst>
          </p:cNvPr>
          <p:cNvSpPr txBox="1"/>
          <p:nvPr/>
        </p:nvSpPr>
        <p:spPr>
          <a:xfrm>
            <a:off x="8180318" y="3105834"/>
            <a:ext cx="1774973" cy="369332"/>
          </a:xfrm>
          <a:prstGeom prst="rect">
            <a:avLst/>
          </a:prstGeom>
          <a:noFill/>
        </p:spPr>
        <p:txBody>
          <a:bodyPr wrap="none" rtlCol="0">
            <a:spAutoFit/>
          </a:bodyPr>
          <a:lstStyle/>
          <a:p>
            <a:pPr algn="ctr"/>
            <a:r>
              <a:rPr lang="es-ES" err="1"/>
              <a:t>Screenshot</a:t>
            </a:r>
            <a:r>
              <a:rPr lang="es-ES"/>
              <a:t> </a:t>
            </a:r>
            <a:r>
              <a:rPr lang="es-ES" err="1"/>
              <a:t>for</a:t>
            </a:r>
            <a:r>
              <a:rPr lang="es-ES"/>
              <a:t> …</a:t>
            </a:r>
            <a:endParaRPr lang="en-US"/>
          </a:p>
        </p:txBody>
      </p:sp>
      <p:pic>
        <p:nvPicPr>
          <p:cNvPr id="5" name="Imagen 4">
            <a:extLst>
              <a:ext uri="{FF2B5EF4-FFF2-40B4-BE49-F238E27FC236}">
                <a16:creationId xmlns:a16="http://schemas.microsoft.com/office/drawing/2014/main" id="{B4AA8135-C67E-551C-F3C6-7EE0F7B6CC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7335" y="1957516"/>
            <a:ext cx="5102040" cy="3331660"/>
          </a:xfrm>
          <a:prstGeom prst="rect">
            <a:avLst/>
          </a:prstGeom>
        </p:spPr>
      </p:pic>
      <p:pic>
        <p:nvPicPr>
          <p:cNvPr id="6" name="Imagen 5">
            <a:extLst>
              <a:ext uri="{FF2B5EF4-FFF2-40B4-BE49-F238E27FC236}">
                <a16:creationId xmlns:a16="http://schemas.microsoft.com/office/drawing/2014/main" id="{76A5D404-C6D1-5A7B-845C-581A687B60D9}"/>
              </a:ext>
            </a:extLst>
          </p:cNvPr>
          <p:cNvPicPr>
            <a:picLocks noChangeAspect="1"/>
          </p:cNvPicPr>
          <p:nvPr/>
        </p:nvPicPr>
        <p:blipFill>
          <a:blip r:embed="rId5"/>
          <a:stretch>
            <a:fillRect/>
          </a:stretch>
        </p:blipFill>
        <p:spPr>
          <a:xfrm>
            <a:off x="6476999" y="1473200"/>
            <a:ext cx="5181600" cy="3911600"/>
          </a:xfrm>
          <a:prstGeom prst="rect">
            <a:avLst/>
          </a:prstGeom>
        </p:spPr>
      </p:pic>
    </p:spTree>
    <p:extLst>
      <p:ext uri="{BB962C8B-B14F-4D97-AF65-F5344CB8AC3E}">
        <p14:creationId xmlns:p14="http://schemas.microsoft.com/office/powerpoint/2010/main" val="1440921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B6F34-3FA3-D2CB-CA88-AA41E8EEBC3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1C70823-E0B7-BFF0-5231-9F51FD636F87}"/>
              </a:ext>
            </a:extLst>
          </p:cNvPr>
          <p:cNvSpPr txBox="1">
            <a:spLocks noGrp="1"/>
          </p:cNvSpPr>
          <p:nvPr>
            <p:ph type="title"/>
          </p:nvPr>
        </p:nvSpPr>
        <p:spPr>
          <a:xfrm>
            <a:off x="685799" y="408883"/>
            <a:ext cx="11201399" cy="397545"/>
          </a:xfrm>
          <a:prstGeom prst="rect">
            <a:avLst/>
          </a:prstGeom>
        </p:spPr>
        <p:txBody>
          <a:bodyPr vert="horz" wrap="square" lIns="0" tIns="12700" rIns="0" bIns="0" rtlCol="0">
            <a:spAutoFit/>
          </a:bodyPr>
          <a:lstStyle/>
          <a:p>
            <a:pPr marL="12700" algn="l">
              <a:spcBef>
                <a:spcPts val="100"/>
              </a:spcBef>
            </a:pPr>
            <a:r>
              <a:rPr lang="en-US" sz="2500" dirty="0"/>
              <a:t>Learning outcome #4 – Notebook section 4. Exercises – </a:t>
            </a:r>
            <a:r>
              <a:rPr lang="en-US" sz="2400" dirty="0">
                <a:latin typeface="Arial" panose="020B0604020202020204" pitchFamily="34" charset="0"/>
                <a:cs typeface="Arial" panose="020B0604020202020204" pitchFamily="34" charset="0"/>
              </a:rPr>
              <a:t>Part b)</a:t>
            </a:r>
            <a:endParaRPr sz="2500" b="0" i="1" dirty="0">
              <a:latin typeface="+mj-lt"/>
              <a:cs typeface="Lucida Sans"/>
            </a:endParaRPr>
          </a:p>
        </p:txBody>
      </p:sp>
      <p:pic>
        <p:nvPicPr>
          <p:cNvPr id="83" name="Gráfico 82">
            <a:extLst>
              <a:ext uri="{FF2B5EF4-FFF2-40B4-BE49-F238E27FC236}">
                <a16:creationId xmlns:a16="http://schemas.microsoft.com/office/drawing/2014/main" id="{B54FC97F-ABA1-F741-E83D-FED9BC8D9B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684DCDE-EC38-EBA2-9EC3-4E6178DECF2B}"/>
              </a:ext>
            </a:extLst>
          </p:cNvPr>
          <p:cNvSpPr>
            <a:spLocks noGrp="1"/>
          </p:cNvSpPr>
          <p:nvPr>
            <p:ph type="sldNum" sz="quarter" idx="7"/>
          </p:nvPr>
        </p:nvSpPr>
        <p:spPr/>
        <p:txBody>
          <a:bodyPr/>
          <a:lstStyle/>
          <a:p>
            <a:fld id="{B6F15528-21DE-4FAA-801E-634DDDAF4B2B}" type="slidenum">
              <a:rPr lang="es-ES" smtClean="0"/>
              <a:t>25</a:t>
            </a:fld>
            <a:endParaRPr lang="es-ES"/>
          </a:p>
        </p:txBody>
      </p:sp>
      <p:sp>
        <p:nvSpPr>
          <p:cNvPr id="3" name="Marcador de pie de página 2">
            <a:extLst>
              <a:ext uri="{FF2B5EF4-FFF2-40B4-BE49-F238E27FC236}">
                <a16:creationId xmlns:a16="http://schemas.microsoft.com/office/drawing/2014/main" id="{5BAF6935-EB6C-A2FA-4A33-E6767DCA1FF9}"/>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DA59359C-82D4-5532-A66F-52BD2C86CE34}"/>
              </a:ext>
            </a:extLst>
          </p:cNvPr>
          <p:cNvSpPr txBox="1"/>
          <p:nvPr/>
        </p:nvSpPr>
        <p:spPr>
          <a:xfrm>
            <a:off x="685800" y="990285"/>
            <a:ext cx="5858436" cy="5364163"/>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Código </a:t>
            </a:r>
            <a:r>
              <a:rPr lang="en-US" sz="1200" b="1" dirty="0" err="1">
                <a:latin typeface="Arial" panose="020B0604020202020204" pitchFamily="34" charset="0"/>
                <a:cs typeface="Arial" panose="020B0604020202020204" pitchFamily="34" charset="0"/>
              </a:rPr>
              <a:t>pyhton</a:t>
            </a:r>
            <a:r>
              <a:rPr lang="en-US" sz="1200" b="1" dirty="0">
                <a:latin typeface="Arial" panose="020B0604020202020204" pitchFamily="34" charset="0"/>
                <a:cs typeface="Arial" panose="020B0604020202020204" pitchFamily="34" charset="0"/>
              </a:rPr>
              <a:t> para</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Create a cell component of this die, with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accessible to connect</a:t>
            </a: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239FB163-3A17-4624-5038-5B660EFA67E9}"/>
              </a:ext>
            </a:extLst>
          </p:cNvPr>
          <p:cNvSpPr/>
          <p:nvPr/>
        </p:nvSpPr>
        <p:spPr>
          <a:xfrm>
            <a:off x="6705598" y="990285"/>
            <a:ext cx="5181601"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3DAA3FE7-C978-FB21-AB8E-7EE8E480F3C7}"/>
              </a:ext>
            </a:extLst>
          </p:cNvPr>
          <p:cNvSpPr txBox="1"/>
          <p:nvPr/>
        </p:nvSpPr>
        <p:spPr>
          <a:xfrm>
            <a:off x="8180318" y="3105834"/>
            <a:ext cx="1774973" cy="369332"/>
          </a:xfrm>
          <a:prstGeom prst="rect">
            <a:avLst/>
          </a:prstGeom>
          <a:noFill/>
        </p:spPr>
        <p:txBody>
          <a:bodyPr wrap="none" rtlCol="0">
            <a:spAutoFit/>
          </a:bodyPr>
          <a:lstStyle/>
          <a:p>
            <a:pPr algn="ctr"/>
            <a:r>
              <a:rPr lang="es-ES" err="1"/>
              <a:t>Screenshot</a:t>
            </a:r>
            <a:r>
              <a:rPr lang="es-ES"/>
              <a:t> </a:t>
            </a:r>
            <a:r>
              <a:rPr lang="es-ES" err="1"/>
              <a:t>for</a:t>
            </a:r>
            <a:r>
              <a:rPr lang="es-ES"/>
              <a:t> …</a:t>
            </a:r>
            <a:endParaRPr lang="en-US"/>
          </a:p>
        </p:txBody>
      </p:sp>
      <p:pic>
        <p:nvPicPr>
          <p:cNvPr id="5" name="Imagen 4">
            <a:extLst>
              <a:ext uri="{FF2B5EF4-FFF2-40B4-BE49-F238E27FC236}">
                <a16:creationId xmlns:a16="http://schemas.microsoft.com/office/drawing/2014/main" id="{020E99CA-83DB-8A36-A010-74A6995A18B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44905" y="1687839"/>
            <a:ext cx="5541593" cy="4508620"/>
          </a:xfrm>
          <a:prstGeom prst="rect">
            <a:avLst/>
          </a:prstGeom>
        </p:spPr>
      </p:pic>
      <p:pic>
        <p:nvPicPr>
          <p:cNvPr id="6" name="Imagen 5">
            <a:extLst>
              <a:ext uri="{FF2B5EF4-FFF2-40B4-BE49-F238E27FC236}">
                <a16:creationId xmlns:a16="http://schemas.microsoft.com/office/drawing/2014/main" id="{CFA3EA8D-A3DC-EB0F-F79B-87EB5D75EB57}"/>
              </a:ext>
            </a:extLst>
          </p:cNvPr>
          <p:cNvPicPr>
            <a:picLocks noChangeAspect="1"/>
          </p:cNvPicPr>
          <p:nvPr/>
        </p:nvPicPr>
        <p:blipFill>
          <a:blip r:embed="rId5">
            <a:extLst>
              <a:ext uri="{28A0092B-C50C-407E-A947-70E740481C1C}">
                <a14:useLocalDpi xmlns:a14="http://schemas.microsoft.com/office/drawing/2010/main" val="0"/>
              </a:ext>
            </a:extLst>
          </a:blip>
          <a:srcRect l="15052" r="15052"/>
          <a:stretch/>
        </p:blipFill>
        <p:spPr>
          <a:xfrm>
            <a:off x="7217794" y="1344869"/>
            <a:ext cx="4187692" cy="4522846"/>
          </a:xfrm>
          <a:prstGeom prst="rect">
            <a:avLst/>
          </a:prstGeom>
        </p:spPr>
      </p:pic>
    </p:spTree>
    <p:extLst>
      <p:ext uri="{BB962C8B-B14F-4D97-AF65-F5344CB8AC3E}">
        <p14:creationId xmlns:p14="http://schemas.microsoft.com/office/powerpoint/2010/main" val="30074314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7601A-DC8F-D930-D61C-7B577320F9C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D1B3F14-56C9-9E35-6F8C-1C4FFC23CDB8}"/>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gn="l">
              <a:spcBef>
                <a:spcPts val="100"/>
              </a:spcBef>
            </a:pPr>
            <a:r>
              <a:rPr lang="en-US" sz="2500" dirty="0"/>
              <a:t>Learning outcome #4 – Notebook section 4. Exercises – Part c)</a:t>
            </a:r>
            <a:br>
              <a:rPr lang="en-US" sz="2500" dirty="0"/>
            </a:br>
            <a:endParaRPr sz="2500" b="0" i="1" dirty="0">
              <a:latin typeface="+mj-lt"/>
              <a:cs typeface="Lucida Sans"/>
            </a:endParaRPr>
          </a:p>
        </p:txBody>
      </p:sp>
      <p:pic>
        <p:nvPicPr>
          <p:cNvPr id="83" name="Gráfico 82">
            <a:extLst>
              <a:ext uri="{FF2B5EF4-FFF2-40B4-BE49-F238E27FC236}">
                <a16:creationId xmlns:a16="http://schemas.microsoft.com/office/drawing/2014/main" id="{A35138E5-8E74-622D-D25A-87EE2D5460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182EE2B-9F37-659C-65EA-1E8FA4B053C6}"/>
              </a:ext>
            </a:extLst>
          </p:cNvPr>
          <p:cNvSpPr>
            <a:spLocks noGrp="1"/>
          </p:cNvSpPr>
          <p:nvPr>
            <p:ph type="sldNum" sz="quarter" idx="7"/>
          </p:nvPr>
        </p:nvSpPr>
        <p:spPr/>
        <p:txBody>
          <a:bodyPr/>
          <a:lstStyle/>
          <a:p>
            <a:fld id="{B6F15528-21DE-4FAA-801E-634DDDAF4B2B}" type="slidenum">
              <a:rPr lang="es-ES" smtClean="0"/>
              <a:t>26</a:t>
            </a:fld>
            <a:endParaRPr lang="es-ES"/>
          </a:p>
        </p:txBody>
      </p:sp>
      <p:sp>
        <p:nvSpPr>
          <p:cNvPr id="3" name="Marcador de pie de página 2">
            <a:extLst>
              <a:ext uri="{FF2B5EF4-FFF2-40B4-BE49-F238E27FC236}">
                <a16:creationId xmlns:a16="http://schemas.microsoft.com/office/drawing/2014/main" id="{CEB532FE-844A-EC00-AA13-58F55D80ECD7}"/>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CDA54699-90AE-0D74-7B49-D245BAB308C7}"/>
              </a:ext>
            </a:extLst>
          </p:cNvPr>
          <p:cNvSpPr txBox="1"/>
          <p:nvPr/>
        </p:nvSpPr>
        <p:spPr>
          <a:xfrm>
            <a:off x="685800" y="1271728"/>
            <a:ext cx="6409574" cy="4900471"/>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Código python para</a:t>
            </a:r>
          </a:p>
          <a:p>
            <a:pPr algn="just"/>
            <a:r>
              <a:rPr lang="en-US" sz="1200" dirty="0">
                <a:latin typeface="Arial" panose="020B0604020202020204" pitchFamily="34" charset="0"/>
                <a:cs typeface="Arial" panose="020B0604020202020204" pitchFamily="34" charset="0"/>
              </a:rPr>
              <a:t>- Make an instance of the die as host component for your layout</a:t>
            </a:r>
          </a:p>
          <a:p>
            <a:pPr algn="just"/>
            <a:r>
              <a:rPr lang="en-US" sz="1200" dirty="0">
                <a:latin typeface="Arial" panose="020B0604020202020204" pitchFamily="34" charset="0"/>
                <a:cs typeface="Arial" panose="020B0604020202020204" pitchFamily="34" charset="0"/>
              </a:rPr>
              <a:t>- Add 3 sets of 3 straight waveguides, from left to right of the die, top, middle and bottom of the die</a:t>
            </a:r>
          </a:p>
        </p:txBody>
      </p:sp>
      <p:sp>
        <p:nvSpPr>
          <p:cNvPr id="8" name="Rectángulo 7">
            <a:extLst>
              <a:ext uri="{FF2B5EF4-FFF2-40B4-BE49-F238E27FC236}">
                <a16:creationId xmlns:a16="http://schemas.microsoft.com/office/drawing/2014/main" id="{EF6C286E-8F18-E4ED-AC9B-40AADDDAD962}"/>
              </a:ext>
            </a:extLst>
          </p:cNvPr>
          <p:cNvSpPr/>
          <p:nvPr/>
        </p:nvSpPr>
        <p:spPr>
          <a:xfrm>
            <a:off x="7440706" y="990285"/>
            <a:ext cx="4446493"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C6BAC088-912C-D005-CE86-5CCC7703D850}"/>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5" name="Imagen 4">
            <a:extLst>
              <a:ext uri="{FF2B5EF4-FFF2-40B4-BE49-F238E27FC236}">
                <a16:creationId xmlns:a16="http://schemas.microsoft.com/office/drawing/2014/main" id="{1DF1CE3B-0209-FF81-D669-6ED24856D4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438" y="2251463"/>
            <a:ext cx="6106297" cy="3429000"/>
          </a:xfrm>
          <a:prstGeom prst="rect">
            <a:avLst/>
          </a:prstGeom>
        </p:spPr>
      </p:pic>
      <p:pic>
        <p:nvPicPr>
          <p:cNvPr id="7" name="Imagen 6">
            <a:extLst>
              <a:ext uri="{FF2B5EF4-FFF2-40B4-BE49-F238E27FC236}">
                <a16:creationId xmlns:a16="http://schemas.microsoft.com/office/drawing/2014/main" id="{616077F7-03A1-608E-AAD7-4507100343C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536982" y="1191148"/>
            <a:ext cx="4143228" cy="4489315"/>
          </a:xfrm>
          <a:prstGeom prst="rect">
            <a:avLst/>
          </a:prstGeom>
        </p:spPr>
      </p:pic>
    </p:spTree>
    <p:extLst>
      <p:ext uri="{BB962C8B-B14F-4D97-AF65-F5344CB8AC3E}">
        <p14:creationId xmlns:p14="http://schemas.microsoft.com/office/powerpoint/2010/main" val="7148123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58289-6CE9-4689-C176-1F1D994E7A6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DC669E2-5ACE-DE18-06D2-1E4DE82C814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spcBef>
                <a:spcPts val="100"/>
              </a:spcBef>
            </a:pPr>
            <a:r>
              <a:rPr lang="en-US" sz="2500" dirty="0"/>
              <a:t>Learning outcome #4 – Notebook section 4. Exercises – Part c)</a:t>
            </a:r>
            <a:endParaRPr sz="2500" b="0" i="1" dirty="0">
              <a:latin typeface="+mj-lt"/>
              <a:cs typeface="Lucida Sans"/>
            </a:endParaRPr>
          </a:p>
        </p:txBody>
      </p:sp>
      <p:pic>
        <p:nvPicPr>
          <p:cNvPr id="83" name="Gráfico 82">
            <a:extLst>
              <a:ext uri="{FF2B5EF4-FFF2-40B4-BE49-F238E27FC236}">
                <a16:creationId xmlns:a16="http://schemas.microsoft.com/office/drawing/2014/main" id="{E9EEF0F8-AFB3-BA02-EFDE-7497B4DD0B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584AF39-6A21-A0A3-2DFA-284FF9436F93}"/>
              </a:ext>
            </a:extLst>
          </p:cNvPr>
          <p:cNvSpPr>
            <a:spLocks noGrp="1"/>
          </p:cNvSpPr>
          <p:nvPr>
            <p:ph type="sldNum" sz="quarter" idx="7"/>
          </p:nvPr>
        </p:nvSpPr>
        <p:spPr/>
        <p:txBody>
          <a:bodyPr/>
          <a:lstStyle/>
          <a:p>
            <a:fld id="{B6F15528-21DE-4FAA-801E-634DDDAF4B2B}" type="slidenum">
              <a:rPr lang="es-ES" smtClean="0"/>
              <a:t>27</a:t>
            </a:fld>
            <a:endParaRPr lang="es-ES"/>
          </a:p>
        </p:txBody>
      </p:sp>
      <p:sp>
        <p:nvSpPr>
          <p:cNvPr id="3" name="Marcador de pie de página 2">
            <a:extLst>
              <a:ext uri="{FF2B5EF4-FFF2-40B4-BE49-F238E27FC236}">
                <a16:creationId xmlns:a16="http://schemas.microsoft.com/office/drawing/2014/main" id="{E3974BDE-662C-6423-2CD2-C5F531F51DC8}"/>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18127A40-A487-C1D8-93EC-826FCF683BF4}"/>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Código python para</a:t>
            </a:r>
          </a:p>
          <a:p>
            <a:pPr algn="just"/>
            <a:r>
              <a:rPr lang="en-US" sz="1200" dirty="0">
                <a:latin typeface="Arial" panose="020B0604020202020204" pitchFamily="34" charset="0"/>
                <a:cs typeface="Arial" panose="020B0604020202020204" pitchFamily="34" charset="0"/>
              </a:rPr>
              <a:t>- Add 2 of each of the components above, with different lengths</a:t>
            </a:r>
          </a:p>
          <a:p>
            <a:pPr algn="just"/>
            <a:r>
              <a:rPr lang="en-US" sz="1200" dirty="0">
                <a:latin typeface="Arial" panose="020B0604020202020204" pitchFamily="34" charset="0"/>
                <a:cs typeface="Arial" panose="020B0604020202020204" pitchFamily="34" charset="0"/>
              </a:rPr>
              <a:t>- Connect all your components to the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t>
            </a:r>
          </a:p>
        </p:txBody>
      </p:sp>
      <p:sp>
        <p:nvSpPr>
          <p:cNvPr id="8" name="Rectángulo 7">
            <a:extLst>
              <a:ext uri="{FF2B5EF4-FFF2-40B4-BE49-F238E27FC236}">
                <a16:creationId xmlns:a16="http://schemas.microsoft.com/office/drawing/2014/main" id="{BE4A23C6-8601-B7C9-8072-E30929909230}"/>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174BCC8-36B1-3123-A57A-0F8F20C658D3}"/>
              </a:ext>
            </a:extLst>
          </p:cNvPr>
          <p:cNvPicPr>
            <a:picLocks noChangeAspect="1"/>
          </p:cNvPicPr>
          <p:nvPr/>
        </p:nvPicPr>
        <p:blipFill>
          <a:blip r:embed="rId4"/>
          <a:stretch>
            <a:fillRect/>
          </a:stretch>
        </p:blipFill>
        <p:spPr>
          <a:xfrm>
            <a:off x="830274" y="2239027"/>
            <a:ext cx="5045052" cy="3014536"/>
          </a:xfrm>
          <a:prstGeom prst="rect">
            <a:avLst/>
          </a:prstGeom>
        </p:spPr>
      </p:pic>
      <p:pic>
        <p:nvPicPr>
          <p:cNvPr id="7" name="Picture 6">
            <a:extLst>
              <a:ext uri="{FF2B5EF4-FFF2-40B4-BE49-F238E27FC236}">
                <a16:creationId xmlns:a16="http://schemas.microsoft.com/office/drawing/2014/main" id="{0E37D82A-BCA8-27E6-193F-BFEA997DE708}"/>
              </a:ext>
            </a:extLst>
          </p:cNvPr>
          <p:cNvPicPr>
            <a:picLocks noChangeAspect="1"/>
          </p:cNvPicPr>
          <p:nvPr/>
        </p:nvPicPr>
        <p:blipFill>
          <a:blip r:embed="rId5"/>
          <a:stretch>
            <a:fillRect/>
          </a:stretch>
        </p:blipFill>
        <p:spPr>
          <a:xfrm>
            <a:off x="6289000" y="2320618"/>
            <a:ext cx="5557598" cy="2932945"/>
          </a:xfrm>
          <a:prstGeom prst="rect">
            <a:avLst/>
          </a:prstGeom>
        </p:spPr>
      </p:pic>
    </p:spTree>
    <p:extLst>
      <p:ext uri="{BB962C8B-B14F-4D97-AF65-F5344CB8AC3E}">
        <p14:creationId xmlns:p14="http://schemas.microsoft.com/office/powerpoint/2010/main" val="3098289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CBF68-F8DC-76C7-CDBE-ED99AECF732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6CE3CD2-1DD4-8235-11FF-D440C796CEED}"/>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spcBef>
                <a:spcPts val="100"/>
              </a:spcBef>
            </a:pPr>
            <a:r>
              <a:rPr lang="en-US" sz="2500" dirty="0"/>
              <a:t>Learning outcome #4 – Notebook section 4. Exercises – Part c)</a:t>
            </a:r>
            <a:endParaRPr sz="2500" b="0" i="1" dirty="0">
              <a:latin typeface="+mj-lt"/>
              <a:cs typeface="Lucida Sans"/>
            </a:endParaRPr>
          </a:p>
        </p:txBody>
      </p:sp>
      <p:pic>
        <p:nvPicPr>
          <p:cNvPr id="83" name="Gráfico 82">
            <a:extLst>
              <a:ext uri="{FF2B5EF4-FFF2-40B4-BE49-F238E27FC236}">
                <a16:creationId xmlns:a16="http://schemas.microsoft.com/office/drawing/2014/main" id="{4ECD3789-4D69-6803-3185-D3A8B03268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6653D3A-1C92-F248-27C3-DC8BA744C274}"/>
              </a:ext>
            </a:extLst>
          </p:cNvPr>
          <p:cNvSpPr>
            <a:spLocks noGrp="1"/>
          </p:cNvSpPr>
          <p:nvPr>
            <p:ph type="sldNum" sz="quarter" idx="7"/>
          </p:nvPr>
        </p:nvSpPr>
        <p:spPr/>
        <p:txBody>
          <a:bodyPr/>
          <a:lstStyle/>
          <a:p>
            <a:fld id="{B6F15528-21DE-4FAA-801E-634DDDAF4B2B}" type="slidenum">
              <a:rPr lang="es-ES" smtClean="0"/>
              <a:t>28</a:t>
            </a:fld>
            <a:endParaRPr lang="es-ES"/>
          </a:p>
        </p:txBody>
      </p:sp>
      <p:sp>
        <p:nvSpPr>
          <p:cNvPr id="3" name="Marcador de pie de página 2">
            <a:extLst>
              <a:ext uri="{FF2B5EF4-FFF2-40B4-BE49-F238E27FC236}">
                <a16:creationId xmlns:a16="http://schemas.microsoft.com/office/drawing/2014/main" id="{5CE1B23D-C722-C4E7-3EB9-27F1B7B4DAC6}"/>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CED33C91-B188-EE07-1F6A-E5708F368035}"/>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Código python para</a:t>
            </a:r>
          </a:p>
          <a:p>
            <a:pPr algn="just"/>
            <a:r>
              <a:rPr lang="en-US" sz="1200" dirty="0">
                <a:latin typeface="Arial" panose="020B0604020202020204" pitchFamily="34" charset="0"/>
                <a:cs typeface="Arial" panose="020B0604020202020204" pitchFamily="34" charset="0"/>
              </a:rPr>
              <a:t>- Add 2 of each of the components above, with different lengths</a:t>
            </a:r>
          </a:p>
          <a:p>
            <a:pPr algn="just"/>
            <a:r>
              <a:rPr lang="en-US" sz="1200" dirty="0">
                <a:latin typeface="Arial" panose="020B0604020202020204" pitchFamily="34" charset="0"/>
                <a:cs typeface="Arial" panose="020B0604020202020204" pitchFamily="34" charset="0"/>
              </a:rPr>
              <a:t>- Connect all your components to the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t>
            </a:r>
          </a:p>
        </p:txBody>
      </p:sp>
      <p:sp>
        <p:nvSpPr>
          <p:cNvPr id="8" name="Rectángulo 7">
            <a:extLst>
              <a:ext uri="{FF2B5EF4-FFF2-40B4-BE49-F238E27FC236}">
                <a16:creationId xmlns:a16="http://schemas.microsoft.com/office/drawing/2014/main" id="{D87EAA63-4D9A-E364-8D82-B1762F2BB17F}"/>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E7D555D-9AA9-D987-17AA-BBAAFBF6005E}"/>
              </a:ext>
            </a:extLst>
          </p:cNvPr>
          <p:cNvPicPr>
            <a:picLocks noChangeAspect="1"/>
          </p:cNvPicPr>
          <p:nvPr/>
        </p:nvPicPr>
        <p:blipFill>
          <a:blip r:embed="rId4"/>
          <a:stretch>
            <a:fillRect/>
          </a:stretch>
        </p:blipFill>
        <p:spPr>
          <a:xfrm>
            <a:off x="876300" y="2240015"/>
            <a:ext cx="5029200" cy="2783456"/>
          </a:xfrm>
          <a:prstGeom prst="rect">
            <a:avLst/>
          </a:prstGeom>
        </p:spPr>
      </p:pic>
      <p:pic>
        <p:nvPicPr>
          <p:cNvPr id="7" name="Picture 6">
            <a:extLst>
              <a:ext uri="{FF2B5EF4-FFF2-40B4-BE49-F238E27FC236}">
                <a16:creationId xmlns:a16="http://schemas.microsoft.com/office/drawing/2014/main" id="{15C92D75-DCF5-7FF7-1711-3A8D6F335C91}"/>
              </a:ext>
            </a:extLst>
          </p:cNvPr>
          <p:cNvPicPr>
            <a:picLocks noChangeAspect="1"/>
          </p:cNvPicPr>
          <p:nvPr/>
        </p:nvPicPr>
        <p:blipFill>
          <a:blip r:embed="rId5"/>
          <a:stretch>
            <a:fillRect/>
          </a:stretch>
        </p:blipFill>
        <p:spPr>
          <a:xfrm>
            <a:off x="6537276" y="2250307"/>
            <a:ext cx="4968924" cy="2773164"/>
          </a:xfrm>
          <a:prstGeom prst="rect">
            <a:avLst/>
          </a:prstGeom>
        </p:spPr>
      </p:pic>
    </p:spTree>
    <p:extLst>
      <p:ext uri="{BB962C8B-B14F-4D97-AF65-F5344CB8AC3E}">
        <p14:creationId xmlns:p14="http://schemas.microsoft.com/office/powerpoint/2010/main" val="16792789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37EB1-7041-C6F7-03AA-E96B170615C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9B59E37-FB3D-4B30-E6D5-B30E4737E5CD}"/>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gn="l">
              <a:spcBef>
                <a:spcPts val="100"/>
              </a:spcBef>
            </a:pPr>
            <a:r>
              <a:rPr lang="en-US" sz="2500" dirty="0"/>
              <a:t>Learning outcome #4 – Notebook section 4. Exercises – Part c)</a:t>
            </a:r>
            <a:br>
              <a:rPr lang="en-US" sz="2500" dirty="0"/>
            </a:br>
            <a:endParaRPr sz="2500" b="0" i="1" dirty="0">
              <a:latin typeface="+mj-lt"/>
              <a:cs typeface="Lucida Sans"/>
            </a:endParaRPr>
          </a:p>
        </p:txBody>
      </p:sp>
      <p:pic>
        <p:nvPicPr>
          <p:cNvPr id="83" name="Gráfico 82">
            <a:extLst>
              <a:ext uri="{FF2B5EF4-FFF2-40B4-BE49-F238E27FC236}">
                <a16:creationId xmlns:a16="http://schemas.microsoft.com/office/drawing/2014/main" id="{97825657-7507-1ABC-9749-EEC8B6FBB5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F29044A-E7EF-8309-4974-131C1D9D67A9}"/>
              </a:ext>
            </a:extLst>
          </p:cNvPr>
          <p:cNvSpPr>
            <a:spLocks noGrp="1"/>
          </p:cNvSpPr>
          <p:nvPr>
            <p:ph type="sldNum" sz="quarter" idx="7"/>
          </p:nvPr>
        </p:nvSpPr>
        <p:spPr/>
        <p:txBody>
          <a:bodyPr/>
          <a:lstStyle/>
          <a:p>
            <a:fld id="{B6F15528-21DE-4FAA-801E-634DDDAF4B2B}" type="slidenum">
              <a:rPr lang="es-ES" smtClean="0"/>
              <a:t>29</a:t>
            </a:fld>
            <a:endParaRPr lang="es-ES"/>
          </a:p>
        </p:txBody>
      </p:sp>
      <p:sp>
        <p:nvSpPr>
          <p:cNvPr id="3" name="Marcador de pie de página 2">
            <a:extLst>
              <a:ext uri="{FF2B5EF4-FFF2-40B4-BE49-F238E27FC236}">
                <a16:creationId xmlns:a16="http://schemas.microsoft.com/office/drawing/2014/main" id="{9EC2C334-1461-A852-05D8-CF7AD7E318B7}"/>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7165C315-0CFE-AEA4-0C63-52EDA592270F}"/>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Código python para</a:t>
            </a:r>
          </a:p>
          <a:p>
            <a:pPr algn="just"/>
            <a:r>
              <a:rPr lang="en-US" sz="1200" dirty="0">
                <a:latin typeface="Arial" panose="020B0604020202020204" pitchFamily="34" charset="0"/>
                <a:cs typeface="Arial" panose="020B0604020202020204" pitchFamily="34" charset="0"/>
              </a:rPr>
              <a:t>- Add 2 of each of the components above, with different lengths</a:t>
            </a:r>
          </a:p>
          <a:p>
            <a:pPr algn="just"/>
            <a:r>
              <a:rPr lang="en-US" sz="1200" dirty="0">
                <a:latin typeface="Arial" panose="020B0604020202020204" pitchFamily="34" charset="0"/>
                <a:cs typeface="Arial" panose="020B0604020202020204" pitchFamily="34" charset="0"/>
              </a:rPr>
              <a:t>- Connect all your components to the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t>
            </a:r>
          </a:p>
        </p:txBody>
      </p:sp>
      <p:sp>
        <p:nvSpPr>
          <p:cNvPr id="8" name="Rectángulo 7">
            <a:extLst>
              <a:ext uri="{FF2B5EF4-FFF2-40B4-BE49-F238E27FC236}">
                <a16:creationId xmlns:a16="http://schemas.microsoft.com/office/drawing/2014/main" id="{42286980-5152-0FF1-4181-D6E9FF9678A6}"/>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B97F054C-A59B-AF63-374F-1DB742BB3618}"/>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6" name="Imagen 5">
            <a:extLst>
              <a:ext uri="{FF2B5EF4-FFF2-40B4-BE49-F238E27FC236}">
                <a16:creationId xmlns:a16="http://schemas.microsoft.com/office/drawing/2014/main" id="{99BD4D9D-4752-C425-E236-9BBFBAFA36EB}"/>
              </a:ext>
            </a:extLst>
          </p:cNvPr>
          <p:cNvPicPr>
            <a:picLocks noChangeAspect="1"/>
          </p:cNvPicPr>
          <p:nvPr/>
        </p:nvPicPr>
        <p:blipFill>
          <a:blip r:embed="rId4">
            <a:extLst>
              <a:ext uri="{28A0092B-C50C-407E-A947-70E740481C1C}">
                <a14:useLocalDpi xmlns:a14="http://schemas.microsoft.com/office/drawing/2010/main" val="0"/>
              </a:ext>
            </a:extLst>
          </a:blip>
          <a:srcRect l="23028" r="23028"/>
          <a:stretch/>
        </p:blipFill>
        <p:spPr>
          <a:xfrm>
            <a:off x="7128857" y="1072718"/>
            <a:ext cx="3584863" cy="5016734"/>
          </a:xfrm>
          <a:prstGeom prst="rect">
            <a:avLst/>
          </a:prstGeom>
        </p:spPr>
      </p:pic>
      <p:pic>
        <p:nvPicPr>
          <p:cNvPr id="10" name="Imagen 9">
            <a:extLst>
              <a:ext uri="{FF2B5EF4-FFF2-40B4-BE49-F238E27FC236}">
                <a16:creationId xmlns:a16="http://schemas.microsoft.com/office/drawing/2014/main" id="{9945119E-0CC6-0406-DE32-0A29EE1FB0F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74016" y="1759726"/>
            <a:ext cx="5019341" cy="2878740"/>
          </a:xfrm>
          <a:prstGeom prst="rect">
            <a:avLst/>
          </a:prstGeom>
        </p:spPr>
      </p:pic>
    </p:spTree>
    <p:extLst>
      <p:ext uri="{BB962C8B-B14F-4D97-AF65-F5344CB8AC3E}">
        <p14:creationId xmlns:p14="http://schemas.microsoft.com/office/powerpoint/2010/main" val="38705346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30</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1086</TotalTime>
  <Words>1866</Words>
  <Application>Microsoft Office PowerPoint</Application>
  <PresentationFormat>Widescreen</PresentationFormat>
  <Paragraphs>202</Paragraphs>
  <Slides>30</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Arial</vt:lpstr>
      <vt:lpstr>Calibri</vt:lpstr>
      <vt:lpstr>Lucida Sans</vt:lpstr>
      <vt:lpstr>Wingdings</vt:lpstr>
      <vt:lpstr>Office Theme</vt:lpstr>
      <vt:lpstr>PowerPoint Presentation</vt:lpstr>
      <vt:lpstr>Instructions General</vt:lpstr>
      <vt:lpstr>Learning outcome #1a – Notebook section 1. Technology “We will work with the demo UPVfab PDK. Let's view the layer distribution of this PDK”</vt:lpstr>
      <vt:lpstr>Learning outcome #1b – Notebook section 1. Technology – Directional coupler “Use your design results from Lab2 and Lab3 to create layout instances of your designed components: DCs, MMIs, MZIs &amp; Ring Resonators”</vt:lpstr>
      <vt:lpstr>Learning outcome #1b – Notebook section 1. Technology – MMI “Use your design results from Lab2 and Lab3 to create layout instances of your designed components: DCs, MMIs, MZIs &amp; Ring Resonators”</vt:lpstr>
      <vt:lpstr>Learning outcome #1b – Notebook section 1. Technology – MZI “Use your design results from Lab2 and Lab3 to create layout instances of your designed components: DCs, MMIs, MZIs &amp; Ring Resonators”</vt:lpstr>
      <vt:lpstr>Learning outcome #1b – Notebook section 1. Technology – Ring Resonator “Use your design results from Lab2 and Lab3 to create layout instances of your designed components: DCs, MMIs, MZIs &amp; Ring Resonators”</vt:lpstr>
      <vt:lpstr>Learning outcome #2a – Notebook section 2. Layout Fundamentals “Once that we have a working 'new' component, we shall convert it into a Cell. This will allow us to have a hierarchical design”</vt:lpstr>
      <vt:lpstr>Learning outcome #2a – Notebook section 2. Layout Fundamentals – DC “Use your design results from Lab2 and Lab3 to create layout instances of your designed components: DCs, MMIs, MZIs &amp; Ring Resonators”  Make cells for all your components</vt:lpstr>
      <vt:lpstr>Learning outcome #2a – Notebook section 2. Layout Fundamentals – MMI “Use your design results from Lab2 and Lab3 to create layout instances of your designed components: DCs, MMIs, MZIs &amp; Ring Resonators”  Make cells for all your components</vt:lpstr>
      <vt:lpstr>Learning outcome #2a – Notebook section 2. Layout Fundamentals –MZI “Use your design results from Lab2 and Lab3 to create layout instances of your designed components: DCs, MMIs, MZIs &amp; Ring Resonators”  Make cells for all your components</vt:lpstr>
      <vt:lpstr>Learning outcome #2a – Notebook section 2. Layout Fundamentals –MZI Unbalanced “Use your design results from Lab2 and Lab3 to create layout instances of your designed components: DCs, MMIs, MZIs &amp; Ring Resonators”  Make cells for all your components</vt:lpstr>
      <vt:lpstr>Learning outcome #2a – Notebook section 2. Layout Fundamentals – Ring resonator “Use your design results from Lab2 and Lab3 to create layout instances of your designed components: DCs, MMIs, MZIs &amp; Ring Resonators”  Make cells for all your components</vt:lpstr>
      <vt:lpstr>Learning outcome #3 – Notebook section 3. Complete layout</vt:lpstr>
      <vt:lpstr>Learning outcome #3 – Notebook section 3. Complete layout</vt:lpstr>
      <vt:lpstr>Learning outcome #3 – Notebook section 3. Complete layout</vt:lpstr>
      <vt:lpstr>Learning outcome #3 – Notebook section 3. Complete layout</vt:lpstr>
      <vt:lpstr>Learning outcome #4 – Notebook section 4. Exercises – Part a) </vt:lpstr>
      <vt:lpstr>Learning outcome #4 – Notebook section 4. Exercises – Part a) </vt:lpstr>
      <vt:lpstr>Learning outcome #4 – Notebook section 4. Exercises – Part a) </vt:lpstr>
      <vt:lpstr>Learning outcome #4 – Notebook section 4. Exercises – Part a) </vt:lpstr>
      <vt:lpstr>Learning outcome #4 – Notebook section 4. Exercises – Part a) </vt:lpstr>
      <vt:lpstr>Learning outcome #4 – Notebook section 4. Exercises – Part b)</vt:lpstr>
      <vt:lpstr>Learning outcome #4 – Notebook section 4. Exercises – Part b)</vt:lpstr>
      <vt:lpstr>Learning outcome #4 – Notebook section 4. Exercises – Part b)</vt:lpstr>
      <vt:lpstr>Learning outcome #4 – Notebook section 4. Exercises – Part c) </vt:lpstr>
      <vt:lpstr>Learning outcome #4 – Notebook section 4. Exercises – Part c)</vt:lpstr>
      <vt:lpstr>Learning outcome #4 – Notebook section 4. Exercises – Part c)</vt:lpstr>
      <vt:lpstr>Learning outcome #4 – Notebook section 4. Exercises – Part c)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Jaime Lloret Cuñat</cp:lastModifiedBy>
  <cp:revision>24</cp:revision>
  <dcterms:created xsi:type="dcterms:W3CDTF">2025-01-27T02:46:57Z</dcterms:created>
  <dcterms:modified xsi:type="dcterms:W3CDTF">2026-06-12T14:12:38Z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