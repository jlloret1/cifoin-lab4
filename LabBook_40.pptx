
<file path=[Content_Types].xml><?xml version="1.0" encoding="utf-8"?>
<Types xmlns="http://schemas.openxmlformats.org/package/2006/content-types">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p:sldMasterIdLst>
    <p:sldMasterId id="2147483648" r:id="rId1"/>
  </p:sldMasterIdLst>
  <p:notesMasterIdLst>
    <p:notesMasterId r:id="rId32"/>
  </p:notesMasterIdLst>
  <p:handoutMasterIdLst>
    <p:handoutMasterId r:id="rId33"/>
  </p:handoutMasterIdLst>
  <p:sldIdLst>
    <p:sldId id="256" r:id="rId2"/>
    <p:sldId id="289" r:id="rId3"/>
    <p:sldId id="290" r:id="rId4"/>
    <p:sldId id="291" r:id="rId5"/>
    <p:sldId id="296" r:id="rId6"/>
    <p:sldId id="297" r:id="rId7"/>
    <p:sldId id="298" r:id="rId8"/>
    <p:sldId id="292" r:id="rId9"/>
    <p:sldId id="293" r:id="rId10"/>
    <p:sldId id="299" r:id="rId11"/>
    <p:sldId id="300" r:id="rId12"/>
    <p:sldId id="323" r:id="rId13"/>
    <p:sldId id="301" r:id="rId14"/>
    <p:sldId id="306" r:id="rId15"/>
    <p:sldId id="307" r:id="rId16"/>
    <p:sldId id="308" r:id="rId17"/>
    <p:sldId id="309" r:id="rId18"/>
    <p:sldId id="312" r:id="rId19"/>
    <p:sldId id="313" r:id="rId20"/>
    <p:sldId id="314" r:id="rId21"/>
    <p:sldId id="315" r:id="rId22"/>
    <p:sldId id="316" r:id="rId23"/>
    <p:sldId id="317" r:id="rId24"/>
    <p:sldId id="318" r:id="rId25"/>
    <p:sldId id="319" r:id="rId26"/>
    <p:sldId id="310" r:id="rId27"/>
    <p:sldId id="320" r:id="rId28"/>
    <p:sldId id="322" r:id="rId29"/>
    <p:sldId id="321" r:id="rId30"/>
    <p:sldId id="288" r:id="rId31"/>
  </p:sldIdLst>
  <p:sldSz cx="12192000" cy="6858000"/>
  <p:notesSz cx="12192000" cy="6858000"/>
  <p:defaultTextStyle>
    <a:defPPr>
      <a:defRPr lang="es-E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880">
          <p15:clr>
            <a:srgbClr val="A4A3A4"/>
          </p15:clr>
        </p15:guide>
        <p15:guide id="2" pos="2160">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D66C1118-18C3-437E-A4E5-64321518F687}" v="18" dt="2026-06-12T13:48:19.163"/>
  </p1510:revLst>
</p1510:revInfo>
</file>

<file path=ppt/tableStyles.xml><?xml version="1.0" encoding="utf-8"?>
<a:tblStyleLst xmlns:a="http://schemas.openxmlformats.org/drawingml/2006/main" def="{5C22544A-7EE6-4342-B048-85BDC9FD1C3A}">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5521" autoAdjust="0"/>
    <p:restoredTop sz="95033" autoAdjust="0"/>
  </p:normalViewPr>
  <p:slideViewPr>
    <p:cSldViewPr>
      <p:cViewPr varScale="1">
        <p:scale>
          <a:sx n="79" d="100"/>
          <a:sy n="79" d="100"/>
        </p:scale>
        <p:origin x="1272" y="72"/>
      </p:cViewPr>
      <p:guideLst>
        <p:guide orient="horz" pos="2880"/>
        <p:guide pos="2160"/>
      </p:guideLst>
    </p:cSldViewPr>
  </p:slideViewPr>
  <p:notesTextViewPr>
    <p:cViewPr>
      <p:scale>
        <a:sx n="100" d="100"/>
        <a:sy n="100" d="100"/>
      </p:scale>
      <p:origin x="0" y="0"/>
    </p:cViewPr>
  </p:notesTextViewPr>
  <p:notesViewPr>
    <p:cSldViewPr>
      <p:cViewPr varScale="1">
        <p:scale>
          <a:sx n="83" d="100"/>
          <a:sy n="83" d="100"/>
        </p:scale>
        <p:origin x="1392" y="62"/>
      </p:cViewPr>
      <p:guideLst/>
    </p:cSldViewPr>
  </p:notes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microsoft.com/office/2015/10/relationships/revisionInfo" Target="revisionInfo.xml"/><Relationship Id="rId21" Type="http://schemas.openxmlformats.org/officeDocument/2006/relationships/slide" Target="slides/slide20.xml"/><Relationship Id="rId34" Type="http://schemas.openxmlformats.org/officeDocument/2006/relationships/presProps" Target="pres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handoutMaster" Target="handoutMasters/handoutMaster1.xml"/><Relationship Id="rId38" Type="http://schemas.microsoft.com/office/2016/11/relationships/changesInfo" Target="changesInfos/changesInfo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notesMaster" Target="notesMasters/notesMaster1.xml"/><Relationship Id="rId37"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viewProps" Target="viewProps.xml"/><Relationship Id="rId8" Type="http://schemas.openxmlformats.org/officeDocument/2006/relationships/slide" Target="slides/slide7.xml"/><Relationship Id="rId3" Type="http://schemas.openxmlformats.org/officeDocument/2006/relationships/slide" Target="slides/slide2.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Jaime Lloret Cuñat" userId="8d81fff1-60b5-4394-8911-1110806e8849" providerId="ADAL" clId="{F9CED4FB-6977-44DC-8277-CB042269325C}"/>
    <pc:docChg chg="undo redo custSel addSld delSld modSld sldOrd">
      <pc:chgData name="Jaime Lloret Cuñat" userId="8d81fff1-60b5-4394-8911-1110806e8849" providerId="ADAL" clId="{F9CED4FB-6977-44DC-8277-CB042269325C}" dt="2026-06-12T14:01:50.389" v="2036" actId="20577"/>
      <pc:docMkLst>
        <pc:docMk/>
      </pc:docMkLst>
      <pc:sldChg chg="modSp mod">
        <pc:chgData name="Jaime Lloret Cuñat" userId="8d81fff1-60b5-4394-8911-1110806e8849" providerId="ADAL" clId="{F9CED4FB-6977-44DC-8277-CB042269325C}" dt="2026-06-12T11:21:03.731" v="90" actId="20577"/>
        <pc:sldMkLst>
          <pc:docMk/>
          <pc:sldMk cId="0" sldId="256"/>
        </pc:sldMkLst>
        <pc:spChg chg="mod">
          <ac:chgData name="Jaime Lloret Cuñat" userId="8d81fff1-60b5-4394-8911-1110806e8849" providerId="ADAL" clId="{F9CED4FB-6977-44DC-8277-CB042269325C}" dt="2026-06-12T11:21:03.731" v="90" actId="20577"/>
          <ac:spMkLst>
            <pc:docMk/>
            <pc:sldMk cId="0" sldId="256"/>
            <ac:spMk id="4" creationId="{00000000-0000-0000-0000-000000000000}"/>
          </ac:spMkLst>
        </pc:spChg>
      </pc:sldChg>
      <pc:sldChg chg="addSp delSp modSp mod">
        <pc:chgData name="Jaime Lloret Cuñat" userId="8d81fff1-60b5-4394-8911-1110806e8849" providerId="ADAL" clId="{F9CED4FB-6977-44DC-8277-CB042269325C}" dt="2026-06-12T14:00:07.427" v="1865" actId="2711"/>
        <pc:sldMkLst>
          <pc:docMk/>
          <pc:sldMk cId="730501311" sldId="290"/>
        </pc:sldMkLst>
        <pc:spChg chg="mod">
          <ac:chgData name="Jaime Lloret Cuñat" userId="8d81fff1-60b5-4394-8911-1110806e8849" providerId="ADAL" clId="{F9CED4FB-6977-44DC-8277-CB042269325C}" dt="2026-06-12T14:00:07.427" v="1865" actId="2711"/>
          <ac:spMkLst>
            <pc:docMk/>
            <pc:sldMk cId="730501311" sldId="290"/>
            <ac:spMk id="2" creationId="{D0F8CF3B-B920-DBFC-F825-0C87B51EADA7}"/>
          </ac:spMkLst>
        </pc:spChg>
        <pc:spChg chg="add del mod">
          <ac:chgData name="Jaime Lloret Cuñat" userId="8d81fff1-60b5-4394-8911-1110806e8849" providerId="ADAL" clId="{F9CED4FB-6977-44DC-8277-CB042269325C}" dt="2026-06-12T11:20:47.355" v="37" actId="478"/>
          <ac:spMkLst>
            <pc:docMk/>
            <pc:sldMk cId="730501311" sldId="290"/>
            <ac:spMk id="7" creationId="{024B9AF7-5B09-CE7C-68D9-8620B8F4F607}"/>
          </ac:spMkLst>
        </pc:spChg>
        <pc:spChg chg="del">
          <ac:chgData name="Jaime Lloret Cuñat" userId="8d81fff1-60b5-4394-8911-1110806e8849" providerId="ADAL" clId="{F9CED4FB-6977-44DC-8277-CB042269325C}" dt="2026-06-12T11:20:04.571" v="17" actId="478"/>
          <ac:spMkLst>
            <pc:docMk/>
            <pc:sldMk cId="730501311" sldId="290"/>
            <ac:spMk id="9" creationId="{B5806D5A-9C65-5DDA-AF7C-30CC28E9C38F}"/>
          </ac:spMkLst>
        </pc:spChg>
        <pc:picChg chg="add mod">
          <ac:chgData name="Jaime Lloret Cuñat" userId="8d81fff1-60b5-4394-8911-1110806e8849" providerId="ADAL" clId="{F9CED4FB-6977-44DC-8277-CB042269325C}" dt="2026-06-12T11:20:13.246" v="23" actId="1076"/>
          <ac:picMkLst>
            <pc:docMk/>
            <pc:sldMk cId="730501311" sldId="290"/>
            <ac:picMk id="5" creationId="{179846CA-3135-F17C-30E1-A4B43673A6B4}"/>
          </ac:picMkLst>
        </pc:picChg>
        <pc:picChg chg="add mod">
          <ac:chgData name="Jaime Lloret Cuñat" userId="8d81fff1-60b5-4394-8911-1110806e8849" providerId="ADAL" clId="{F9CED4FB-6977-44DC-8277-CB042269325C}" dt="2026-06-12T11:20:48.868" v="42" actId="1076"/>
          <ac:picMkLst>
            <pc:docMk/>
            <pc:sldMk cId="730501311" sldId="290"/>
            <ac:picMk id="11" creationId="{FC4F710B-5216-BC2E-ED68-3C6031E5A8A6}"/>
          </ac:picMkLst>
        </pc:picChg>
      </pc:sldChg>
      <pc:sldChg chg="addSp delSp modSp mod">
        <pc:chgData name="Jaime Lloret Cuñat" userId="8d81fff1-60b5-4394-8911-1110806e8849" providerId="ADAL" clId="{F9CED4FB-6977-44DC-8277-CB042269325C}" dt="2026-06-12T14:00:18.010" v="1866" actId="2711"/>
        <pc:sldMkLst>
          <pc:docMk/>
          <pc:sldMk cId="1196424563" sldId="291"/>
        </pc:sldMkLst>
        <pc:spChg chg="mod">
          <ac:chgData name="Jaime Lloret Cuñat" userId="8d81fff1-60b5-4394-8911-1110806e8849" providerId="ADAL" clId="{F9CED4FB-6977-44DC-8277-CB042269325C}" dt="2026-06-12T14:00:18.010" v="1866" actId="2711"/>
          <ac:spMkLst>
            <pc:docMk/>
            <pc:sldMk cId="1196424563" sldId="291"/>
            <ac:spMk id="2" creationId="{A1BE4500-9BE4-025B-9167-E8AC6466B028}"/>
          </ac:spMkLst>
        </pc:spChg>
        <pc:spChg chg="mod">
          <ac:chgData name="Jaime Lloret Cuñat" userId="8d81fff1-60b5-4394-8911-1110806e8849" providerId="ADAL" clId="{F9CED4FB-6977-44DC-8277-CB042269325C}" dt="2026-06-12T11:25:57.269" v="110" actId="14100"/>
          <ac:spMkLst>
            <pc:docMk/>
            <pc:sldMk cId="1196424563" sldId="291"/>
            <ac:spMk id="6" creationId="{FB364273-7E07-9E83-F4A6-1AFD1AEFE243}"/>
          </ac:spMkLst>
        </pc:spChg>
        <pc:spChg chg="del mod">
          <ac:chgData name="Jaime Lloret Cuñat" userId="8d81fff1-60b5-4394-8911-1110806e8849" providerId="ADAL" clId="{F9CED4FB-6977-44DC-8277-CB042269325C}" dt="2026-06-12T11:25:23.013" v="99" actId="478"/>
          <ac:spMkLst>
            <pc:docMk/>
            <pc:sldMk cId="1196424563" sldId="291"/>
            <ac:spMk id="7" creationId="{96224819-75AC-EB82-A160-7A3DE5BF0740}"/>
          </ac:spMkLst>
        </pc:spChg>
        <pc:spChg chg="mod">
          <ac:chgData name="Jaime Lloret Cuñat" userId="8d81fff1-60b5-4394-8911-1110806e8849" providerId="ADAL" clId="{F9CED4FB-6977-44DC-8277-CB042269325C}" dt="2026-06-12T11:26:08.615" v="115" actId="14100"/>
          <ac:spMkLst>
            <pc:docMk/>
            <pc:sldMk cId="1196424563" sldId="291"/>
            <ac:spMk id="8" creationId="{8C1E968B-0AE0-37CB-7468-A50896329E70}"/>
          </ac:spMkLst>
        </pc:spChg>
        <pc:spChg chg="del">
          <ac:chgData name="Jaime Lloret Cuñat" userId="8d81fff1-60b5-4394-8911-1110806e8849" providerId="ADAL" clId="{F9CED4FB-6977-44DC-8277-CB042269325C}" dt="2026-06-12T11:22:49.318" v="91" actId="478"/>
          <ac:spMkLst>
            <pc:docMk/>
            <pc:sldMk cId="1196424563" sldId="291"/>
            <ac:spMk id="9" creationId="{89877566-4E2F-8CE5-3749-EB4B91552614}"/>
          </ac:spMkLst>
        </pc:spChg>
        <pc:spChg chg="mod">
          <ac:chgData name="Jaime Lloret Cuñat" userId="8d81fff1-60b5-4394-8911-1110806e8849" providerId="ADAL" clId="{F9CED4FB-6977-44DC-8277-CB042269325C}" dt="2026-06-12T11:27:15.977" v="142" actId="20577"/>
          <ac:spMkLst>
            <pc:docMk/>
            <pc:sldMk cId="1196424563" sldId="291"/>
            <ac:spMk id="16" creationId="{74F925C6-A9EE-0450-6CF3-EB5E905BE7E0}"/>
          </ac:spMkLst>
        </pc:spChg>
        <pc:picChg chg="add mod">
          <ac:chgData name="Jaime Lloret Cuñat" userId="8d81fff1-60b5-4394-8911-1110806e8849" providerId="ADAL" clId="{F9CED4FB-6977-44DC-8277-CB042269325C}" dt="2026-06-12T11:26:12.957" v="117" actId="1076"/>
          <ac:picMkLst>
            <pc:docMk/>
            <pc:sldMk cId="1196424563" sldId="291"/>
            <ac:picMk id="5" creationId="{56051730-9394-F624-753D-0DE79F910691}"/>
          </ac:picMkLst>
        </pc:picChg>
        <pc:picChg chg="add mod">
          <ac:chgData name="Jaime Lloret Cuñat" userId="8d81fff1-60b5-4394-8911-1110806e8849" providerId="ADAL" clId="{F9CED4FB-6977-44DC-8277-CB042269325C}" dt="2026-06-12T13:36:56.908" v="868" actId="14826"/>
          <ac:picMkLst>
            <pc:docMk/>
            <pc:sldMk cId="1196424563" sldId="291"/>
            <ac:picMk id="11" creationId="{1837B12A-E7D8-2DC9-CA63-35172CFE3A9E}"/>
          </ac:picMkLst>
        </pc:picChg>
      </pc:sldChg>
      <pc:sldChg chg="addSp delSp modSp mod">
        <pc:chgData name="Jaime Lloret Cuñat" userId="8d81fff1-60b5-4394-8911-1110806e8849" providerId="ADAL" clId="{F9CED4FB-6977-44DC-8277-CB042269325C}" dt="2026-06-12T13:59:06.564" v="1856" actId="313"/>
        <pc:sldMkLst>
          <pc:docMk/>
          <pc:sldMk cId="1203241080" sldId="292"/>
        </pc:sldMkLst>
        <pc:spChg chg="mod">
          <ac:chgData name="Jaime Lloret Cuñat" userId="8d81fff1-60b5-4394-8911-1110806e8849" providerId="ADAL" clId="{F9CED4FB-6977-44DC-8277-CB042269325C}" dt="2026-06-12T13:59:06.564" v="1856" actId="313"/>
          <ac:spMkLst>
            <pc:docMk/>
            <pc:sldMk cId="1203241080" sldId="292"/>
            <ac:spMk id="2" creationId="{35C0B36B-B4BD-C242-E1BB-26DD7AC56DB0}"/>
          </ac:spMkLst>
        </pc:spChg>
        <pc:spChg chg="del">
          <ac:chgData name="Jaime Lloret Cuñat" userId="8d81fff1-60b5-4394-8911-1110806e8849" providerId="ADAL" clId="{F9CED4FB-6977-44DC-8277-CB042269325C}" dt="2026-06-12T11:49:05.638" v="341" actId="478"/>
          <ac:spMkLst>
            <pc:docMk/>
            <pc:sldMk cId="1203241080" sldId="292"/>
            <ac:spMk id="7" creationId="{62A2AA3F-CE55-C50B-CB18-2C8D2061FDB9}"/>
          </ac:spMkLst>
        </pc:spChg>
        <pc:spChg chg="del">
          <ac:chgData name="Jaime Lloret Cuñat" userId="8d81fff1-60b5-4394-8911-1110806e8849" providerId="ADAL" clId="{F9CED4FB-6977-44DC-8277-CB042269325C}" dt="2026-06-12T11:49:03.357" v="340" actId="478"/>
          <ac:spMkLst>
            <pc:docMk/>
            <pc:sldMk cId="1203241080" sldId="292"/>
            <ac:spMk id="9" creationId="{2C44A1ED-9D94-1354-DB46-756E574E2C7E}"/>
          </ac:spMkLst>
        </pc:spChg>
        <pc:picChg chg="add mod">
          <ac:chgData name="Jaime Lloret Cuñat" userId="8d81fff1-60b5-4394-8911-1110806e8849" providerId="ADAL" clId="{F9CED4FB-6977-44DC-8277-CB042269325C}" dt="2026-06-12T11:49:10.968" v="346" actId="1076"/>
          <ac:picMkLst>
            <pc:docMk/>
            <pc:sldMk cId="1203241080" sldId="292"/>
            <ac:picMk id="5" creationId="{837BC1FF-9600-B491-E8E8-ECB79495285C}"/>
          </ac:picMkLst>
        </pc:picChg>
        <pc:picChg chg="add mod">
          <ac:chgData name="Jaime Lloret Cuñat" userId="8d81fff1-60b5-4394-8911-1110806e8849" providerId="ADAL" clId="{F9CED4FB-6977-44DC-8277-CB042269325C}" dt="2026-06-12T11:49:38.637" v="357" actId="1076"/>
          <ac:picMkLst>
            <pc:docMk/>
            <pc:sldMk cId="1203241080" sldId="292"/>
            <ac:picMk id="11" creationId="{B3F42FA1-3FC7-DF05-2CAC-1B7E818F63BE}"/>
          </ac:picMkLst>
        </pc:picChg>
      </pc:sldChg>
      <pc:sldChg chg="addSp delSp modSp mod">
        <pc:chgData name="Jaime Lloret Cuñat" userId="8d81fff1-60b5-4394-8911-1110806e8849" providerId="ADAL" clId="{F9CED4FB-6977-44DC-8277-CB042269325C}" dt="2026-06-12T11:51:39.931" v="383" actId="1076"/>
        <pc:sldMkLst>
          <pc:docMk/>
          <pc:sldMk cId="1504002157" sldId="293"/>
        </pc:sldMkLst>
        <pc:spChg chg="mod">
          <ac:chgData name="Jaime Lloret Cuñat" userId="8d81fff1-60b5-4394-8911-1110806e8849" providerId="ADAL" clId="{F9CED4FB-6977-44DC-8277-CB042269325C}" dt="2026-06-12T11:51:33.599" v="380" actId="14100"/>
          <ac:spMkLst>
            <pc:docMk/>
            <pc:sldMk cId="1504002157" sldId="293"/>
            <ac:spMk id="6" creationId="{D8C2352E-973A-F389-F6A1-D644E07F2E7E}"/>
          </ac:spMkLst>
        </pc:spChg>
        <pc:spChg chg="del">
          <ac:chgData name="Jaime Lloret Cuñat" userId="8d81fff1-60b5-4394-8911-1110806e8849" providerId="ADAL" clId="{F9CED4FB-6977-44DC-8277-CB042269325C}" dt="2026-06-12T11:50:44.274" v="371" actId="478"/>
          <ac:spMkLst>
            <pc:docMk/>
            <pc:sldMk cId="1504002157" sldId="293"/>
            <ac:spMk id="7" creationId="{792D8CBF-451B-83CB-7D64-3CD9C64B8333}"/>
          </ac:spMkLst>
        </pc:spChg>
        <pc:spChg chg="del">
          <ac:chgData name="Jaime Lloret Cuñat" userId="8d81fff1-60b5-4394-8911-1110806e8849" providerId="ADAL" clId="{F9CED4FB-6977-44DC-8277-CB042269325C}" dt="2026-06-12T11:50:20.035" v="360" actId="478"/>
          <ac:spMkLst>
            <pc:docMk/>
            <pc:sldMk cId="1504002157" sldId="293"/>
            <ac:spMk id="9" creationId="{2E0254F2-3F36-2B82-F469-33464298D91B}"/>
          </ac:spMkLst>
        </pc:spChg>
        <pc:spChg chg="mod">
          <ac:chgData name="Jaime Lloret Cuñat" userId="8d81fff1-60b5-4394-8911-1110806e8849" providerId="ADAL" clId="{F9CED4FB-6977-44DC-8277-CB042269325C}" dt="2026-06-12T11:50:07.597" v="358"/>
          <ac:spMkLst>
            <pc:docMk/>
            <pc:sldMk cId="1504002157" sldId="293"/>
            <ac:spMk id="16" creationId="{3C614703-AB72-E989-42B5-849A55E9B3E2}"/>
          </ac:spMkLst>
        </pc:spChg>
        <pc:picChg chg="add mod">
          <ac:chgData name="Jaime Lloret Cuñat" userId="8d81fff1-60b5-4394-8911-1110806e8849" providerId="ADAL" clId="{F9CED4FB-6977-44DC-8277-CB042269325C}" dt="2026-06-12T11:50:26.517" v="365" actId="14100"/>
          <ac:picMkLst>
            <pc:docMk/>
            <pc:sldMk cId="1504002157" sldId="293"/>
            <ac:picMk id="4" creationId="{361046FB-A97E-CBA4-80FC-D2BB2E60DC07}"/>
          </ac:picMkLst>
        </pc:picChg>
        <pc:picChg chg="add mod">
          <ac:chgData name="Jaime Lloret Cuñat" userId="8d81fff1-60b5-4394-8911-1110806e8849" providerId="ADAL" clId="{F9CED4FB-6977-44DC-8277-CB042269325C}" dt="2026-06-12T11:51:34.792" v="381" actId="1076"/>
          <ac:picMkLst>
            <pc:docMk/>
            <pc:sldMk cId="1504002157" sldId="293"/>
            <ac:picMk id="10" creationId="{902CB6A8-F9E1-684D-721E-EC7B5DE235A0}"/>
          </ac:picMkLst>
        </pc:picChg>
        <pc:picChg chg="add mod">
          <ac:chgData name="Jaime Lloret Cuñat" userId="8d81fff1-60b5-4394-8911-1110806e8849" providerId="ADAL" clId="{F9CED4FB-6977-44DC-8277-CB042269325C}" dt="2026-06-12T11:51:39.931" v="383" actId="1076"/>
          <ac:picMkLst>
            <pc:docMk/>
            <pc:sldMk cId="1504002157" sldId="293"/>
            <ac:picMk id="12" creationId="{C7C52A5B-0EC5-4FED-DCF6-068B790F2565}"/>
          </ac:picMkLst>
        </pc:picChg>
      </pc:sldChg>
      <pc:sldChg chg="del ord">
        <pc:chgData name="Jaime Lloret Cuñat" userId="8d81fff1-60b5-4394-8911-1110806e8849" providerId="ADAL" clId="{F9CED4FB-6977-44DC-8277-CB042269325C}" dt="2026-06-12T12:01:51.348" v="484" actId="2696"/>
        <pc:sldMkLst>
          <pc:docMk/>
          <pc:sldMk cId="3190811588" sldId="294"/>
        </pc:sldMkLst>
      </pc:sldChg>
      <pc:sldChg chg="del ord">
        <pc:chgData name="Jaime Lloret Cuñat" userId="8d81fff1-60b5-4394-8911-1110806e8849" providerId="ADAL" clId="{F9CED4FB-6977-44DC-8277-CB042269325C}" dt="2026-06-12T12:17:11.544" v="853" actId="2696"/>
        <pc:sldMkLst>
          <pc:docMk/>
          <pc:sldMk cId="708738583" sldId="295"/>
        </pc:sldMkLst>
      </pc:sldChg>
      <pc:sldChg chg="new del">
        <pc:chgData name="Jaime Lloret Cuñat" userId="8d81fff1-60b5-4394-8911-1110806e8849" providerId="ADAL" clId="{F9CED4FB-6977-44DC-8277-CB042269325C}" dt="2026-06-12T11:26:47.115" v="120" actId="2696"/>
        <pc:sldMkLst>
          <pc:docMk/>
          <pc:sldMk cId="375996235" sldId="296"/>
        </pc:sldMkLst>
      </pc:sldChg>
      <pc:sldChg chg="addSp delSp modSp add mod">
        <pc:chgData name="Jaime Lloret Cuñat" userId="8d81fff1-60b5-4394-8911-1110806e8849" providerId="ADAL" clId="{F9CED4FB-6977-44DC-8277-CB042269325C}" dt="2026-06-12T14:01:50.389" v="2036" actId="20577"/>
        <pc:sldMkLst>
          <pc:docMk/>
          <pc:sldMk cId="2306425463" sldId="296"/>
        </pc:sldMkLst>
        <pc:spChg chg="mod">
          <ac:chgData name="Jaime Lloret Cuñat" userId="8d81fff1-60b5-4394-8911-1110806e8849" providerId="ADAL" clId="{F9CED4FB-6977-44DC-8277-CB042269325C}" dt="2026-06-12T14:01:50.389" v="2036" actId="20577"/>
          <ac:spMkLst>
            <pc:docMk/>
            <pc:sldMk cId="2306425463" sldId="296"/>
            <ac:spMk id="2" creationId="{32911385-1CDF-A9E9-9CC7-B28F3BA76BCB}"/>
          </ac:spMkLst>
        </pc:spChg>
        <pc:spChg chg="mod">
          <ac:chgData name="Jaime Lloret Cuñat" userId="8d81fff1-60b5-4394-8911-1110806e8849" providerId="ADAL" clId="{F9CED4FB-6977-44DC-8277-CB042269325C}" dt="2026-06-12T11:30:52.366" v="184" actId="14100"/>
          <ac:spMkLst>
            <pc:docMk/>
            <pc:sldMk cId="2306425463" sldId="296"/>
            <ac:spMk id="6" creationId="{B692B07D-64FB-A9E2-3EEF-ABD0D1A52894}"/>
          </ac:spMkLst>
        </pc:spChg>
        <pc:spChg chg="mod">
          <ac:chgData name="Jaime Lloret Cuñat" userId="8d81fff1-60b5-4394-8911-1110806e8849" providerId="ADAL" clId="{F9CED4FB-6977-44DC-8277-CB042269325C}" dt="2026-06-12T11:30:34.886" v="179" actId="14100"/>
          <ac:spMkLst>
            <pc:docMk/>
            <pc:sldMk cId="2306425463" sldId="296"/>
            <ac:spMk id="8" creationId="{7156743E-D42E-F457-3278-4A51E56A362E}"/>
          </ac:spMkLst>
        </pc:spChg>
        <pc:spChg chg="mod">
          <ac:chgData name="Jaime Lloret Cuñat" userId="8d81fff1-60b5-4394-8911-1110806e8849" providerId="ADAL" clId="{F9CED4FB-6977-44DC-8277-CB042269325C}" dt="2026-06-12T11:27:19.631" v="145" actId="20577"/>
          <ac:spMkLst>
            <pc:docMk/>
            <pc:sldMk cId="2306425463" sldId="296"/>
            <ac:spMk id="16" creationId="{14434F37-FA8E-936A-7935-E6A1D3A41295}"/>
          </ac:spMkLst>
        </pc:spChg>
        <pc:picChg chg="del">
          <ac:chgData name="Jaime Lloret Cuñat" userId="8d81fff1-60b5-4394-8911-1110806e8849" providerId="ADAL" clId="{F9CED4FB-6977-44DC-8277-CB042269325C}" dt="2026-06-12T11:26:55.566" v="122" actId="478"/>
          <ac:picMkLst>
            <pc:docMk/>
            <pc:sldMk cId="2306425463" sldId="296"/>
            <ac:picMk id="5" creationId="{1C8AD04A-2C09-5227-B147-A22302EAC4B6}"/>
          </ac:picMkLst>
        </pc:picChg>
        <pc:picChg chg="add mod">
          <ac:chgData name="Jaime Lloret Cuñat" userId="8d81fff1-60b5-4394-8911-1110806e8849" providerId="ADAL" clId="{F9CED4FB-6977-44DC-8277-CB042269325C}" dt="2026-06-12T11:30:36.602" v="180" actId="1076"/>
          <ac:picMkLst>
            <pc:docMk/>
            <pc:sldMk cId="2306425463" sldId="296"/>
            <ac:picMk id="7" creationId="{C88B922E-F805-9A9F-7FE6-344E9CB2BA9C}"/>
          </ac:picMkLst>
        </pc:picChg>
        <pc:picChg chg="add mod">
          <ac:chgData name="Jaime Lloret Cuñat" userId="8d81fff1-60b5-4394-8911-1110806e8849" providerId="ADAL" clId="{F9CED4FB-6977-44DC-8277-CB042269325C}" dt="2026-06-12T11:30:57.453" v="185" actId="1076"/>
          <ac:picMkLst>
            <pc:docMk/>
            <pc:sldMk cId="2306425463" sldId="296"/>
            <ac:picMk id="10" creationId="{16F381D2-815A-2133-E51A-8C11C4E7E2B8}"/>
          </ac:picMkLst>
        </pc:picChg>
        <pc:picChg chg="del">
          <ac:chgData name="Jaime Lloret Cuñat" userId="8d81fff1-60b5-4394-8911-1110806e8849" providerId="ADAL" clId="{F9CED4FB-6977-44DC-8277-CB042269325C}" dt="2026-06-12T11:26:55.995" v="123" actId="478"/>
          <ac:picMkLst>
            <pc:docMk/>
            <pc:sldMk cId="2306425463" sldId="296"/>
            <ac:picMk id="11" creationId="{E000B735-73C7-3EBF-DF56-7C2E721F47FD}"/>
          </ac:picMkLst>
        </pc:picChg>
        <pc:picChg chg="add mod">
          <ac:chgData name="Jaime Lloret Cuñat" userId="8d81fff1-60b5-4394-8911-1110806e8849" providerId="ADAL" clId="{F9CED4FB-6977-44DC-8277-CB042269325C}" dt="2026-06-12T11:30:42.360" v="182" actId="1076"/>
          <ac:picMkLst>
            <pc:docMk/>
            <pc:sldMk cId="2306425463" sldId="296"/>
            <ac:picMk id="13" creationId="{66F0BCBF-E416-F16C-8297-CA8D8C093F22}"/>
          </ac:picMkLst>
        </pc:picChg>
        <pc:picChg chg="add mod">
          <ac:chgData name="Jaime Lloret Cuñat" userId="8d81fff1-60b5-4394-8911-1110806e8849" providerId="ADAL" clId="{F9CED4FB-6977-44DC-8277-CB042269325C}" dt="2026-06-12T11:30:45.417" v="183" actId="1076"/>
          <ac:picMkLst>
            <pc:docMk/>
            <pc:sldMk cId="2306425463" sldId="296"/>
            <ac:picMk id="15" creationId="{8E10AA03-DDC5-D6F9-734B-98AD3CDE117F}"/>
          </ac:picMkLst>
        </pc:picChg>
      </pc:sldChg>
      <pc:sldChg chg="addSp delSp modSp add mod ord">
        <pc:chgData name="Jaime Lloret Cuñat" userId="8d81fff1-60b5-4394-8911-1110806e8849" providerId="ADAL" clId="{F9CED4FB-6977-44DC-8277-CB042269325C}" dt="2026-06-12T13:44:03.521" v="1481" actId="20577"/>
        <pc:sldMkLst>
          <pc:docMk/>
          <pc:sldMk cId="2823359324" sldId="297"/>
        </pc:sldMkLst>
        <pc:spChg chg="mod">
          <ac:chgData name="Jaime Lloret Cuñat" userId="8d81fff1-60b5-4394-8911-1110806e8849" providerId="ADAL" clId="{F9CED4FB-6977-44DC-8277-CB042269325C}" dt="2026-06-12T13:44:03.521" v="1481" actId="20577"/>
          <ac:spMkLst>
            <pc:docMk/>
            <pc:sldMk cId="2823359324" sldId="297"/>
            <ac:spMk id="2" creationId="{42E45287-D7DB-77C3-B26A-5C3AF633A980}"/>
          </ac:spMkLst>
        </pc:spChg>
        <pc:spChg chg="mod">
          <ac:chgData name="Jaime Lloret Cuñat" userId="8d81fff1-60b5-4394-8911-1110806e8849" providerId="ADAL" clId="{F9CED4FB-6977-44DC-8277-CB042269325C}" dt="2026-06-12T11:39:46.372" v="217" actId="14100"/>
          <ac:spMkLst>
            <pc:docMk/>
            <pc:sldMk cId="2823359324" sldId="297"/>
            <ac:spMk id="6" creationId="{A57DD567-E83D-470F-98BD-CB124A78A4AC}"/>
          </ac:spMkLst>
        </pc:spChg>
        <pc:spChg chg="mod">
          <ac:chgData name="Jaime Lloret Cuñat" userId="8d81fff1-60b5-4394-8911-1110806e8849" providerId="ADAL" clId="{F9CED4FB-6977-44DC-8277-CB042269325C}" dt="2026-06-12T11:39:38.031" v="212" actId="14100"/>
          <ac:spMkLst>
            <pc:docMk/>
            <pc:sldMk cId="2823359324" sldId="297"/>
            <ac:spMk id="8" creationId="{92D09ADB-B863-9BE6-1EC8-0F9085E2F69D}"/>
          </ac:spMkLst>
        </pc:spChg>
        <pc:spChg chg="mod">
          <ac:chgData name="Jaime Lloret Cuñat" userId="8d81fff1-60b5-4394-8911-1110806e8849" providerId="ADAL" clId="{F9CED4FB-6977-44DC-8277-CB042269325C}" dt="2026-06-12T11:38:18.551" v="195" actId="20577"/>
          <ac:spMkLst>
            <pc:docMk/>
            <pc:sldMk cId="2823359324" sldId="297"/>
            <ac:spMk id="16" creationId="{B852C59B-A831-53D5-030D-0B24050602D1}"/>
          </ac:spMkLst>
        </pc:spChg>
        <pc:picChg chg="del">
          <ac:chgData name="Jaime Lloret Cuñat" userId="8d81fff1-60b5-4394-8911-1110806e8849" providerId="ADAL" clId="{F9CED4FB-6977-44DC-8277-CB042269325C}" dt="2026-06-12T11:38:19.791" v="196" actId="478"/>
          <ac:picMkLst>
            <pc:docMk/>
            <pc:sldMk cId="2823359324" sldId="297"/>
            <ac:picMk id="5" creationId="{0674C06A-820E-1D29-E52B-2B077D2B1B12}"/>
          </ac:picMkLst>
        </pc:picChg>
        <pc:picChg chg="add mod">
          <ac:chgData name="Jaime Lloret Cuñat" userId="8d81fff1-60b5-4394-8911-1110806e8849" providerId="ADAL" clId="{F9CED4FB-6977-44DC-8277-CB042269325C}" dt="2026-06-12T11:39:35.921" v="211" actId="1076"/>
          <ac:picMkLst>
            <pc:docMk/>
            <pc:sldMk cId="2823359324" sldId="297"/>
            <ac:picMk id="7" creationId="{1C32E248-E483-C695-7B9F-7E50ED9017DE}"/>
          </ac:picMkLst>
        </pc:picChg>
        <pc:picChg chg="add mod">
          <ac:chgData name="Jaime Lloret Cuñat" userId="8d81fff1-60b5-4394-8911-1110806e8849" providerId="ADAL" clId="{F9CED4FB-6977-44DC-8277-CB042269325C}" dt="2026-06-12T11:40:05.513" v="224" actId="1076"/>
          <ac:picMkLst>
            <pc:docMk/>
            <pc:sldMk cId="2823359324" sldId="297"/>
            <ac:picMk id="10" creationId="{F66BB324-0CA2-BCFD-3AA6-247D5DF7DA9A}"/>
          </ac:picMkLst>
        </pc:picChg>
        <pc:picChg chg="del">
          <ac:chgData name="Jaime Lloret Cuñat" userId="8d81fff1-60b5-4394-8911-1110806e8849" providerId="ADAL" clId="{F9CED4FB-6977-44DC-8277-CB042269325C}" dt="2026-06-12T11:38:30.448" v="203" actId="478"/>
          <ac:picMkLst>
            <pc:docMk/>
            <pc:sldMk cId="2823359324" sldId="297"/>
            <ac:picMk id="11" creationId="{4CD72C00-A70D-C246-4C65-6A9DDD33A28B}"/>
          </ac:picMkLst>
        </pc:picChg>
        <pc:picChg chg="add mod">
          <ac:chgData name="Jaime Lloret Cuñat" userId="8d81fff1-60b5-4394-8911-1110806e8849" providerId="ADAL" clId="{F9CED4FB-6977-44DC-8277-CB042269325C}" dt="2026-06-12T11:40:12.082" v="228" actId="1076"/>
          <ac:picMkLst>
            <pc:docMk/>
            <pc:sldMk cId="2823359324" sldId="297"/>
            <ac:picMk id="13" creationId="{66CC9485-5FC1-DE8B-82C8-3049154FA3AC}"/>
          </ac:picMkLst>
        </pc:picChg>
      </pc:sldChg>
      <pc:sldChg chg="addSp delSp modSp add mod ord">
        <pc:chgData name="Jaime Lloret Cuñat" userId="8d81fff1-60b5-4394-8911-1110806e8849" providerId="ADAL" clId="{F9CED4FB-6977-44DC-8277-CB042269325C}" dt="2026-06-12T13:47:34.130" v="1759" actId="20577"/>
        <pc:sldMkLst>
          <pc:docMk/>
          <pc:sldMk cId="1017005851" sldId="298"/>
        </pc:sldMkLst>
        <pc:spChg chg="mod">
          <ac:chgData name="Jaime Lloret Cuñat" userId="8d81fff1-60b5-4394-8911-1110806e8849" providerId="ADAL" clId="{F9CED4FB-6977-44DC-8277-CB042269325C}" dt="2026-06-12T13:47:34.130" v="1759" actId="20577"/>
          <ac:spMkLst>
            <pc:docMk/>
            <pc:sldMk cId="1017005851" sldId="298"/>
            <ac:spMk id="2" creationId="{7D34343E-ED2B-7B95-2285-752CABC1380C}"/>
          </ac:spMkLst>
        </pc:spChg>
        <pc:spChg chg="mod">
          <ac:chgData name="Jaime Lloret Cuñat" userId="8d81fff1-60b5-4394-8911-1110806e8849" providerId="ADAL" clId="{F9CED4FB-6977-44DC-8277-CB042269325C}" dt="2026-06-12T11:43:53.203" v="299" actId="14100"/>
          <ac:spMkLst>
            <pc:docMk/>
            <pc:sldMk cId="1017005851" sldId="298"/>
            <ac:spMk id="6" creationId="{CBB8069B-8EC9-3E57-7444-4B7E6A7F323D}"/>
          </ac:spMkLst>
        </pc:spChg>
        <pc:spChg chg="mod">
          <ac:chgData name="Jaime Lloret Cuñat" userId="8d81fff1-60b5-4394-8911-1110806e8849" providerId="ADAL" clId="{F9CED4FB-6977-44DC-8277-CB042269325C}" dt="2026-06-12T11:43:50.722" v="298" actId="14100"/>
          <ac:spMkLst>
            <pc:docMk/>
            <pc:sldMk cId="1017005851" sldId="298"/>
            <ac:spMk id="8" creationId="{FACD0109-F3F6-779E-27B6-3140A43C1521}"/>
          </ac:spMkLst>
        </pc:spChg>
        <pc:spChg chg="mod">
          <ac:chgData name="Jaime Lloret Cuñat" userId="8d81fff1-60b5-4394-8911-1110806e8849" providerId="ADAL" clId="{F9CED4FB-6977-44DC-8277-CB042269325C}" dt="2026-06-12T11:42:13.756" v="284" actId="20577"/>
          <ac:spMkLst>
            <pc:docMk/>
            <pc:sldMk cId="1017005851" sldId="298"/>
            <ac:spMk id="16" creationId="{7698103D-4980-96AD-9E02-5A42FC63C625}"/>
          </ac:spMkLst>
        </pc:spChg>
        <pc:picChg chg="add del mod">
          <ac:chgData name="Jaime Lloret Cuñat" userId="8d81fff1-60b5-4394-8911-1110806e8849" providerId="ADAL" clId="{F9CED4FB-6977-44DC-8277-CB042269325C}" dt="2026-06-12T11:44:11.116" v="301" actId="478"/>
          <ac:picMkLst>
            <pc:docMk/>
            <pc:sldMk cId="1017005851" sldId="298"/>
            <ac:picMk id="5" creationId="{CB41CC04-37FC-A5AA-D3E7-05C91D9C1F4E}"/>
          </ac:picMkLst>
        </pc:picChg>
        <pc:picChg chg="del">
          <ac:chgData name="Jaime Lloret Cuñat" userId="8d81fff1-60b5-4394-8911-1110806e8849" providerId="ADAL" clId="{F9CED4FB-6977-44DC-8277-CB042269325C}" dt="2026-06-12T11:42:00.401" v="263" actId="478"/>
          <ac:picMkLst>
            <pc:docMk/>
            <pc:sldMk cId="1017005851" sldId="298"/>
            <ac:picMk id="7" creationId="{19B5D4B4-34EF-130A-ACB3-73543FB8C24C}"/>
          </ac:picMkLst>
        </pc:picChg>
        <pc:picChg chg="del">
          <ac:chgData name="Jaime Lloret Cuñat" userId="8d81fff1-60b5-4394-8911-1110806e8849" providerId="ADAL" clId="{F9CED4FB-6977-44DC-8277-CB042269325C}" dt="2026-06-12T11:41:59.443" v="260" actId="478"/>
          <ac:picMkLst>
            <pc:docMk/>
            <pc:sldMk cId="1017005851" sldId="298"/>
            <ac:picMk id="10" creationId="{E2DF7C5B-D125-71C3-1663-3209F9E4892B}"/>
          </ac:picMkLst>
        </pc:picChg>
        <pc:picChg chg="add del mod">
          <ac:chgData name="Jaime Lloret Cuñat" userId="8d81fff1-60b5-4394-8911-1110806e8849" providerId="ADAL" clId="{F9CED4FB-6977-44DC-8277-CB042269325C}" dt="2026-06-12T11:44:26.456" v="302" actId="478"/>
          <ac:picMkLst>
            <pc:docMk/>
            <pc:sldMk cId="1017005851" sldId="298"/>
            <ac:picMk id="11" creationId="{14BB49B2-3263-E1CA-1103-95E2D36A098A}"/>
          </ac:picMkLst>
        </pc:picChg>
        <pc:picChg chg="del">
          <ac:chgData name="Jaime Lloret Cuñat" userId="8d81fff1-60b5-4394-8911-1110806e8849" providerId="ADAL" clId="{F9CED4FB-6977-44DC-8277-CB042269325C}" dt="2026-06-12T11:41:59.773" v="261" actId="478"/>
          <ac:picMkLst>
            <pc:docMk/>
            <pc:sldMk cId="1017005851" sldId="298"/>
            <ac:picMk id="13" creationId="{8944B46F-CDF4-D7B0-676C-6ABD96DD4AD3}"/>
          </ac:picMkLst>
        </pc:picChg>
        <pc:picChg chg="add del mod">
          <ac:chgData name="Jaime Lloret Cuñat" userId="8d81fff1-60b5-4394-8911-1110806e8849" providerId="ADAL" clId="{F9CED4FB-6977-44DC-8277-CB042269325C}" dt="2026-06-12T11:44:50.540" v="309" actId="478"/>
          <ac:picMkLst>
            <pc:docMk/>
            <pc:sldMk cId="1017005851" sldId="298"/>
            <ac:picMk id="14" creationId="{F384C069-FC6B-C755-B2ED-87175F138AF6}"/>
          </ac:picMkLst>
        </pc:picChg>
        <pc:picChg chg="del">
          <ac:chgData name="Jaime Lloret Cuñat" userId="8d81fff1-60b5-4394-8911-1110806e8849" providerId="ADAL" clId="{F9CED4FB-6977-44DC-8277-CB042269325C}" dt="2026-06-12T11:42:00.088" v="262" actId="478"/>
          <ac:picMkLst>
            <pc:docMk/>
            <pc:sldMk cId="1017005851" sldId="298"/>
            <ac:picMk id="15" creationId="{05917E1F-9EAD-4A01-85C4-D90ECA938F6C}"/>
          </ac:picMkLst>
        </pc:picChg>
        <pc:picChg chg="add mod">
          <ac:chgData name="Jaime Lloret Cuñat" userId="8d81fff1-60b5-4394-8911-1110806e8849" providerId="ADAL" clId="{F9CED4FB-6977-44DC-8277-CB042269325C}" dt="2026-06-12T11:44:34.018" v="308" actId="1076"/>
          <ac:picMkLst>
            <pc:docMk/>
            <pc:sldMk cId="1017005851" sldId="298"/>
            <ac:picMk id="18" creationId="{11C20E0E-B364-05B7-C9DB-6E3A53207DCD}"/>
          </ac:picMkLst>
        </pc:picChg>
        <pc:picChg chg="add mod">
          <ac:chgData name="Jaime Lloret Cuñat" userId="8d81fff1-60b5-4394-8911-1110806e8849" providerId="ADAL" clId="{F9CED4FB-6977-44DC-8277-CB042269325C}" dt="2026-06-12T11:45:54.027" v="323" actId="14100"/>
          <ac:picMkLst>
            <pc:docMk/>
            <pc:sldMk cId="1017005851" sldId="298"/>
            <ac:picMk id="20" creationId="{7611BE9F-D736-E5C9-CCB7-244F5C40C24D}"/>
          </ac:picMkLst>
        </pc:picChg>
        <pc:picChg chg="add mod">
          <ac:chgData name="Jaime Lloret Cuñat" userId="8d81fff1-60b5-4394-8911-1110806e8849" providerId="ADAL" clId="{F9CED4FB-6977-44DC-8277-CB042269325C}" dt="2026-06-12T11:46:21.890" v="334" actId="1076"/>
          <ac:picMkLst>
            <pc:docMk/>
            <pc:sldMk cId="1017005851" sldId="298"/>
            <ac:picMk id="22" creationId="{634E9699-3591-FB2D-206C-69192B5A6583}"/>
          </ac:picMkLst>
        </pc:picChg>
        <pc:picChg chg="add mod">
          <ac:chgData name="Jaime Lloret Cuñat" userId="8d81fff1-60b5-4394-8911-1110806e8849" providerId="ADAL" clId="{F9CED4FB-6977-44DC-8277-CB042269325C}" dt="2026-06-12T11:46:19.446" v="332" actId="1076"/>
          <ac:picMkLst>
            <pc:docMk/>
            <pc:sldMk cId="1017005851" sldId="298"/>
            <ac:picMk id="24" creationId="{2E8DA025-6961-F2E8-059B-889393AED68C}"/>
          </ac:picMkLst>
        </pc:picChg>
        <pc:picChg chg="add mod">
          <ac:chgData name="Jaime Lloret Cuñat" userId="8d81fff1-60b5-4394-8911-1110806e8849" providerId="ADAL" clId="{F9CED4FB-6977-44DC-8277-CB042269325C}" dt="2026-06-12T11:46:34.841" v="338" actId="1076"/>
          <ac:picMkLst>
            <pc:docMk/>
            <pc:sldMk cId="1017005851" sldId="298"/>
            <ac:picMk id="26" creationId="{3249DCE5-3C0B-A175-11FA-27749660504D}"/>
          </ac:picMkLst>
        </pc:picChg>
      </pc:sldChg>
      <pc:sldChg chg="modSp add del mod">
        <pc:chgData name="Jaime Lloret Cuñat" userId="8d81fff1-60b5-4394-8911-1110806e8849" providerId="ADAL" clId="{F9CED4FB-6977-44DC-8277-CB042269325C}" dt="2026-06-12T11:41:37.042" v="256" actId="2696"/>
        <pc:sldMkLst>
          <pc:docMk/>
          <pc:sldMk cId="1900335317" sldId="298"/>
        </pc:sldMkLst>
        <pc:spChg chg="mod">
          <ac:chgData name="Jaime Lloret Cuñat" userId="8d81fff1-60b5-4394-8911-1110806e8849" providerId="ADAL" clId="{F9CED4FB-6977-44DC-8277-CB042269325C}" dt="2026-06-12T11:40:47.823" v="255" actId="20577"/>
          <ac:spMkLst>
            <pc:docMk/>
            <pc:sldMk cId="1900335317" sldId="298"/>
            <ac:spMk id="16" creationId="{35D78A20-3AF7-571F-C71C-A0252F0E7FC9}"/>
          </ac:spMkLst>
        </pc:spChg>
      </pc:sldChg>
      <pc:sldChg chg="new del">
        <pc:chgData name="Jaime Lloret Cuñat" userId="8d81fff1-60b5-4394-8911-1110806e8849" providerId="ADAL" clId="{F9CED4FB-6977-44DC-8277-CB042269325C}" dt="2026-06-12T11:40:36.316" v="231" actId="680"/>
        <pc:sldMkLst>
          <pc:docMk/>
          <pc:sldMk cId="3547025757" sldId="298"/>
        </pc:sldMkLst>
      </pc:sldChg>
      <pc:sldChg chg="addSp delSp modSp add mod">
        <pc:chgData name="Jaime Lloret Cuñat" userId="8d81fff1-60b5-4394-8911-1110806e8849" providerId="ADAL" clId="{F9CED4FB-6977-44DC-8277-CB042269325C}" dt="2026-06-12T13:59:32.278" v="1857" actId="14100"/>
        <pc:sldMkLst>
          <pc:docMk/>
          <pc:sldMk cId="1670379240" sldId="299"/>
        </pc:sldMkLst>
        <pc:spChg chg="mod">
          <ac:chgData name="Jaime Lloret Cuñat" userId="8d81fff1-60b5-4394-8911-1110806e8849" providerId="ADAL" clId="{F9CED4FB-6977-44DC-8277-CB042269325C}" dt="2026-06-12T11:53:56.932" v="408" actId="14100"/>
          <ac:spMkLst>
            <pc:docMk/>
            <pc:sldMk cId="1670379240" sldId="299"/>
            <ac:spMk id="6" creationId="{693AD1E9-4718-C740-6248-732E5944C190}"/>
          </ac:spMkLst>
        </pc:spChg>
        <pc:spChg chg="mod">
          <ac:chgData name="Jaime Lloret Cuñat" userId="8d81fff1-60b5-4394-8911-1110806e8849" providerId="ADAL" clId="{F9CED4FB-6977-44DC-8277-CB042269325C}" dt="2026-06-12T11:53:49.229" v="403" actId="14100"/>
          <ac:spMkLst>
            <pc:docMk/>
            <pc:sldMk cId="1670379240" sldId="299"/>
            <ac:spMk id="8" creationId="{5C3A0D8E-A8A9-F0F4-08B3-13F9FC76687E}"/>
          </ac:spMkLst>
        </pc:spChg>
        <pc:spChg chg="mod">
          <ac:chgData name="Jaime Lloret Cuñat" userId="8d81fff1-60b5-4394-8911-1110806e8849" providerId="ADAL" clId="{F9CED4FB-6977-44DC-8277-CB042269325C}" dt="2026-06-12T11:52:03.355" v="385"/>
          <ac:spMkLst>
            <pc:docMk/>
            <pc:sldMk cId="1670379240" sldId="299"/>
            <ac:spMk id="16" creationId="{8C48BA2A-71FE-3128-DE60-F7ABA455DDDD}"/>
          </ac:spMkLst>
        </pc:spChg>
        <pc:picChg chg="del">
          <ac:chgData name="Jaime Lloret Cuñat" userId="8d81fff1-60b5-4394-8911-1110806e8849" providerId="ADAL" clId="{F9CED4FB-6977-44DC-8277-CB042269325C}" dt="2026-06-12T11:52:13.620" v="386" actId="478"/>
          <ac:picMkLst>
            <pc:docMk/>
            <pc:sldMk cId="1670379240" sldId="299"/>
            <ac:picMk id="4" creationId="{7AD04E5D-ACA3-7AE3-88F7-CFBA17BE58C6}"/>
          </ac:picMkLst>
        </pc:picChg>
        <pc:picChg chg="add mod">
          <ac:chgData name="Jaime Lloret Cuñat" userId="8d81fff1-60b5-4394-8911-1110806e8849" providerId="ADAL" clId="{F9CED4FB-6977-44DC-8277-CB042269325C}" dt="2026-06-12T11:53:46.875" v="402" actId="1076"/>
          <ac:picMkLst>
            <pc:docMk/>
            <pc:sldMk cId="1670379240" sldId="299"/>
            <ac:picMk id="5" creationId="{AD021F15-8059-2357-2920-011A4E641E6F}"/>
          </ac:picMkLst>
        </pc:picChg>
        <pc:picChg chg="add mod">
          <ac:chgData name="Jaime Lloret Cuñat" userId="8d81fff1-60b5-4394-8911-1110806e8849" providerId="ADAL" clId="{F9CED4FB-6977-44DC-8277-CB042269325C}" dt="2026-06-12T11:53:57.625" v="409" actId="1076"/>
          <ac:picMkLst>
            <pc:docMk/>
            <pc:sldMk cId="1670379240" sldId="299"/>
            <ac:picMk id="9" creationId="{AF8489FB-8723-61CB-810C-FB83ECDD0430}"/>
          </ac:picMkLst>
        </pc:picChg>
        <pc:picChg chg="del">
          <ac:chgData name="Jaime Lloret Cuñat" userId="8d81fff1-60b5-4394-8911-1110806e8849" providerId="ADAL" clId="{F9CED4FB-6977-44DC-8277-CB042269325C}" dt="2026-06-12T11:53:09.795" v="392" actId="478"/>
          <ac:picMkLst>
            <pc:docMk/>
            <pc:sldMk cId="1670379240" sldId="299"/>
            <ac:picMk id="10" creationId="{BC5C9EFB-C911-EEAF-548D-AD93E09D5EC1}"/>
          </ac:picMkLst>
        </pc:picChg>
        <pc:picChg chg="del">
          <ac:chgData name="Jaime Lloret Cuñat" userId="8d81fff1-60b5-4394-8911-1110806e8849" providerId="ADAL" clId="{F9CED4FB-6977-44DC-8277-CB042269325C}" dt="2026-06-12T11:53:10.079" v="393" actId="478"/>
          <ac:picMkLst>
            <pc:docMk/>
            <pc:sldMk cId="1670379240" sldId="299"/>
            <ac:picMk id="12" creationId="{AC4F2C9B-A1A2-6D27-9AF9-DA7C7E6CF5EC}"/>
          </ac:picMkLst>
        </pc:picChg>
        <pc:picChg chg="add mod">
          <ac:chgData name="Jaime Lloret Cuñat" userId="8d81fff1-60b5-4394-8911-1110806e8849" providerId="ADAL" clId="{F9CED4FB-6977-44DC-8277-CB042269325C}" dt="2026-06-12T13:59:32.278" v="1857" actId="14100"/>
          <ac:picMkLst>
            <pc:docMk/>
            <pc:sldMk cId="1670379240" sldId="299"/>
            <ac:picMk id="13" creationId="{B45801F0-5C34-2998-A050-5D25A66E450E}"/>
          </ac:picMkLst>
        </pc:picChg>
      </pc:sldChg>
      <pc:sldChg chg="addSp delSp modSp add mod">
        <pc:chgData name="Jaime Lloret Cuñat" userId="8d81fff1-60b5-4394-8911-1110806e8849" providerId="ADAL" clId="{F9CED4FB-6977-44DC-8277-CB042269325C}" dt="2026-06-12T11:55:56.829" v="441" actId="1076"/>
        <pc:sldMkLst>
          <pc:docMk/>
          <pc:sldMk cId="929267385" sldId="300"/>
        </pc:sldMkLst>
        <pc:spChg chg="mod">
          <ac:chgData name="Jaime Lloret Cuñat" userId="8d81fff1-60b5-4394-8911-1110806e8849" providerId="ADAL" clId="{F9CED4FB-6977-44DC-8277-CB042269325C}" dt="2026-06-12T11:55:18.477" v="432" actId="14100"/>
          <ac:spMkLst>
            <pc:docMk/>
            <pc:sldMk cId="929267385" sldId="300"/>
            <ac:spMk id="6" creationId="{195F5EA0-9D61-F004-5E3B-93B2E00D5D9F}"/>
          </ac:spMkLst>
        </pc:spChg>
        <pc:spChg chg="mod">
          <ac:chgData name="Jaime Lloret Cuñat" userId="8d81fff1-60b5-4394-8911-1110806e8849" providerId="ADAL" clId="{F9CED4FB-6977-44DC-8277-CB042269325C}" dt="2026-06-12T11:55:22.759" v="434" actId="14100"/>
          <ac:spMkLst>
            <pc:docMk/>
            <pc:sldMk cId="929267385" sldId="300"/>
            <ac:spMk id="8" creationId="{EC7FEFBA-4462-9D09-127C-A6A848E4234C}"/>
          </ac:spMkLst>
        </pc:spChg>
        <pc:spChg chg="mod">
          <ac:chgData name="Jaime Lloret Cuñat" userId="8d81fff1-60b5-4394-8911-1110806e8849" providerId="ADAL" clId="{F9CED4FB-6977-44DC-8277-CB042269325C}" dt="2026-06-12T11:54:46.485" v="419" actId="20577"/>
          <ac:spMkLst>
            <pc:docMk/>
            <pc:sldMk cId="929267385" sldId="300"/>
            <ac:spMk id="16" creationId="{9EE377A0-31D9-754E-0385-59280D777CF0}"/>
          </ac:spMkLst>
        </pc:spChg>
        <pc:picChg chg="add mod">
          <ac:chgData name="Jaime Lloret Cuñat" userId="8d81fff1-60b5-4394-8911-1110806e8849" providerId="ADAL" clId="{F9CED4FB-6977-44DC-8277-CB042269325C}" dt="2026-06-12T11:55:25.583" v="436" actId="1076"/>
          <ac:picMkLst>
            <pc:docMk/>
            <pc:sldMk cId="929267385" sldId="300"/>
            <ac:picMk id="4" creationId="{7D1F2331-1539-29E4-039F-E3A11B1C93E9}"/>
          </ac:picMkLst>
        </pc:picChg>
        <pc:picChg chg="del">
          <ac:chgData name="Jaime Lloret Cuñat" userId="8d81fff1-60b5-4394-8911-1110806e8849" providerId="ADAL" clId="{F9CED4FB-6977-44DC-8277-CB042269325C}" dt="2026-06-12T11:54:50.144" v="422" actId="478"/>
          <ac:picMkLst>
            <pc:docMk/>
            <pc:sldMk cId="929267385" sldId="300"/>
            <ac:picMk id="5" creationId="{609D6D2B-6AE0-9854-B6E5-6618A6C110C2}"/>
          </ac:picMkLst>
        </pc:picChg>
        <pc:picChg chg="del">
          <ac:chgData name="Jaime Lloret Cuñat" userId="8d81fff1-60b5-4394-8911-1110806e8849" providerId="ADAL" clId="{F9CED4FB-6977-44DC-8277-CB042269325C}" dt="2026-06-12T11:54:48.418" v="420" actId="478"/>
          <ac:picMkLst>
            <pc:docMk/>
            <pc:sldMk cId="929267385" sldId="300"/>
            <ac:picMk id="9" creationId="{283FD94E-FF3D-97A9-BF46-DB873C713969}"/>
          </ac:picMkLst>
        </pc:picChg>
        <pc:picChg chg="add del mod">
          <ac:chgData name="Jaime Lloret Cuñat" userId="8d81fff1-60b5-4394-8911-1110806e8849" providerId="ADAL" clId="{F9CED4FB-6977-44DC-8277-CB042269325C}" dt="2026-06-12T11:55:53.385" v="437" actId="478"/>
          <ac:picMkLst>
            <pc:docMk/>
            <pc:sldMk cId="929267385" sldId="300"/>
            <ac:picMk id="10" creationId="{F9D7453E-E4E8-DD38-5617-CCC33463D2E3}"/>
          </ac:picMkLst>
        </pc:picChg>
        <pc:picChg chg="add mod">
          <ac:chgData name="Jaime Lloret Cuñat" userId="8d81fff1-60b5-4394-8911-1110806e8849" providerId="ADAL" clId="{F9CED4FB-6977-44DC-8277-CB042269325C}" dt="2026-06-12T11:55:56.829" v="441" actId="1076"/>
          <ac:picMkLst>
            <pc:docMk/>
            <pc:sldMk cId="929267385" sldId="300"/>
            <ac:picMk id="12" creationId="{814075EA-FFD6-D5F9-1EE7-A2CF80E76EC3}"/>
          </ac:picMkLst>
        </pc:picChg>
        <pc:picChg chg="del">
          <ac:chgData name="Jaime Lloret Cuñat" userId="8d81fff1-60b5-4394-8911-1110806e8849" providerId="ADAL" clId="{F9CED4FB-6977-44DC-8277-CB042269325C}" dt="2026-06-12T11:54:48.777" v="421" actId="478"/>
          <ac:picMkLst>
            <pc:docMk/>
            <pc:sldMk cId="929267385" sldId="300"/>
            <ac:picMk id="13" creationId="{2B6DBE7E-2EC6-53DB-04F4-59F31F51936C}"/>
          </ac:picMkLst>
        </pc:picChg>
      </pc:sldChg>
      <pc:sldChg chg="addSp delSp modSp add mod">
        <pc:chgData name="Jaime Lloret Cuñat" userId="8d81fff1-60b5-4394-8911-1110806e8849" providerId="ADAL" clId="{F9CED4FB-6977-44DC-8277-CB042269325C}" dt="2026-06-12T11:57:11.042" v="474" actId="1076"/>
        <pc:sldMkLst>
          <pc:docMk/>
          <pc:sldMk cId="581924095" sldId="301"/>
        </pc:sldMkLst>
        <pc:spChg chg="mod">
          <ac:chgData name="Jaime Lloret Cuñat" userId="8d81fff1-60b5-4394-8911-1110806e8849" providerId="ADAL" clId="{F9CED4FB-6977-44DC-8277-CB042269325C}" dt="2026-06-12T11:56:24.787" v="468" actId="20577"/>
          <ac:spMkLst>
            <pc:docMk/>
            <pc:sldMk cId="581924095" sldId="301"/>
            <ac:spMk id="16" creationId="{05ADEBC5-E866-B967-BDFA-ADB5DE5AFF9B}"/>
          </ac:spMkLst>
        </pc:spChg>
        <pc:picChg chg="del">
          <ac:chgData name="Jaime Lloret Cuñat" userId="8d81fff1-60b5-4394-8911-1110806e8849" providerId="ADAL" clId="{F9CED4FB-6977-44DC-8277-CB042269325C}" dt="2026-06-12T11:56:12.208" v="443" actId="478"/>
          <ac:picMkLst>
            <pc:docMk/>
            <pc:sldMk cId="581924095" sldId="301"/>
            <ac:picMk id="4" creationId="{F38171CB-AAE1-D5D5-ECB7-67039A2BCEEB}"/>
          </ac:picMkLst>
        </pc:picChg>
        <pc:picChg chg="add mod">
          <ac:chgData name="Jaime Lloret Cuñat" userId="8d81fff1-60b5-4394-8911-1110806e8849" providerId="ADAL" clId="{F9CED4FB-6977-44DC-8277-CB042269325C}" dt="2026-06-12T11:56:17.870" v="447" actId="1076"/>
          <ac:picMkLst>
            <pc:docMk/>
            <pc:sldMk cId="581924095" sldId="301"/>
            <ac:picMk id="5" creationId="{6118FCFF-AD30-1175-BAD5-88403728C172}"/>
          </ac:picMkLst>
        </pc:picChg>
        <pc:picChg chg="add mod">
          <ac:chgData name="Jaime Lloret Cuñat" userId="8d81fff1-60b5-4394-8911-1110806e8849" providerId="ADAL" clId="{F9CED4FB-6977-44DC-8277-CB042269325C}" dt="2026-06-12T11:57:11.042" v="474" actId="1076"/>
          <ac:picMkLst>
            <pc:docMk/>
            <pc:sldMk cId="581924095" sldId="301"/>
            <ac:picMk id="9" creationId="{887EF09F-ED29-E718-B329-8D6141FCC2B0}"/>
          </ac:picMkLst>
        </pc:picChg>
        <pc:picChg chg="del">
          <ac:chgData name="Jaime Lloret Cuñat" userId="8d81fff1-60b5-4394-8911-1110806e8849" providerId="ADAL" clId="{F9CED4FB-6977-44DC-8277-CB042269325C}" dt="2026-06-12T11:56:26.699" v="469" actId="478"/>
          <ac:picMkLst>
            <pc:docMk/>
            <pc:sldMk cId="581924095" sldId="301"/>
            <ac:picMk id="12" creationId="{9B42E769-FB08-F8B5-B3D7-D02DA1A73E3F}"/>
          </ac:picMkLst>
        </pc:picChg>
      </pc:sldChg>
      <pc:sldChg chg="modSp add mod">
        <pc:chgData name="Jaime Lloret Cuñat" userId="8d81fff1-60b5-4394-8911-1110806e8849" providerId="ADAL" clId="{F9CED4FB-6977-44DC-8277-CB042269325C}" dt="2026-06-12T12:01:57.724" v="488" actId="20577"/>
        <pc:sldMkLst>
          <pc:docMk/>
          <pc:sldMk cId="3410169355" sldId="306"/>
        </pc:sldMkLst>
        <pc:spChg chg="mod">
          <ac:chgData name="Jaime Lloret Cuñat" userId="8d81fff1-60b5-4394-8911-1110806e8849" providerId="ADAL" clId="{F9CED4FB-6977-44DC-8277-CB042269325C}" dt="2026-06-12T12:01:57.724" v="488" actId="20577"/>
          <ac:spMkLst>
            <pc:docMk/>
            <pc:sldMk cId="3410169355" sldId="306"/>
            <ac:spMk id="2" creationId="{8C0A14DF-373B-3A5E-9825-3BA9155DEE54}"/>
          </ac:spMkLst>
        </pc:spChg>
      </pc:sldChg>
      <pc:sldChg chg="modSp add mod">
        <pc:chgData name="Jaime Lloret Cuñat" userId="8d81fff1-60b5-4394-8911-1110806e8849" providerId="ADAL" clId="{F9CED4FB-6977-44DC-8277-CB042269325C}" dt="2026-06-12T12:02:08.027" v="495" actId="20577"/>
        <pc:sldMkLst>
          <pc:docMk/>
          <pc:sldMk cId="1555336782" sldId="307"/>
        </pc:sldMkLst>
        <pc:spChg chg="mod">
          <ac:chgData name="Jaime Lloret Cuñat" userId="8d81fff1-60b5-4394-8911-1110806e8849" providerId="ADAL" clId="{F9CED4FB-6977-44DC-8277-CB042269325C}" dt="2026-06-12T12:02:08.027" v="495" actId="20577"/>
          <ac:spMkLst>
            <pc:docMk/>
            <pc:sldMk cId="1555336782" sldId="307"/>
            <ac:spMk id="2" creationId="{0B41BE03-560B-F33D-DD38-DB5358B27D52}"/>
          </ac:spMkLst>
        </pc:spChg>
      </pc:sldChg>
      <pc:sldChg chg="modSp add mod">
        <pc:chgData name="Jaime Lloret Cuñat" userId="8d81fff1-60b5-4394-8911-1110806e8849" providerId="ADAL" clId="{F9CED4FB-6977-44DC-8277-CB042269325C}" dt="2026-06-12T12:02:12.577" v="501" actId="20577"/>
        <pc:sldMkLst>
          <pc:docMk/>
          <pc:sldMk cId="895107564" sldId="308"/>
        </pc:sldMkLst>
        <pc:spChg chg="mod">
          <ac:chgData name="Jaime Lloret Cuñat" userId="8d81fff1-60b5-4394-8911-1110806e8849" providerId="ADAL" clId="{F9CED4FB-6977-44DC-8277-CB042269325C}" dt="2026-06-12T12:02:12.577" v="501" actId="20577"/>
          <ac:spMkLst>
            <pc:docMk/>
            <pc:sldMk cId="895107564" sldId="308"/>
            <ac:spMk id="2" creationId="{93B5D32F-0B5D-3057-B702-F5AA797D8964}"/>
          </ac:spMkLst>
        </pc:spChg>
      </pc:sldChg>
      <pc:sldChg chg="modSp add mod">
        <pc:chgData name="Jaime Lloret Cuñat" userId="8d81fff1-60b5-4394-8911-1110806e8849" providerId="ADAL" clId="{F9CED4FB-6977-44DC-8277-CB042269325C}" dt="2026-06-12T12:02:16.886" v="507" actId="20577"/>
        <pc:sldMkLst>
          <pc:docMk/>
          <pc:sldMk cId="3496386964" sldId="309"/>
        </pc:sldMkLst>
        <pc:spChg chg="mod">
          <ac:chgData name="Jaime Lloret Cuñat" userId="8d81fff1-60b5-4394-8911-1110806e8849" providerId="ADAL" clId="{F9CED4FB-6977-44DC-8277-CB042269325C}" dt="2026-06-12T12:02:16.886" v="507" actId="20577"/>
          <ac:spMkLst>
            <pc:docMk/>
            <pc:sldMk cId="3496386964" sldId="309"/>
            <ac:spMk id="2" creationId="{2C4E87C3-F7FC-B23F-1C9B-5D272854A7E8}"/>
          </ac:spMkLst>
        </pc:spChg>
      </pc:sldChg>
      <pc:sldChg chg="modSp add mod">
        <pc:chgData name="Jaime Lloret Cuñat" userId="8d81fff1-60b5-4394-8911-1110806e8849" providerId="ADAL" clId="{F9CED4FB-6977-44DC-8277-CB042269325C}" dt="2026-06-12T12:12:53.325" v="755" actId="20577"/>
        <pc:sldMkLst>
          <pc:docMk/>
          <pc:sldMk cId="714812308" sldId="310"/>
        </pc:sldMkLst>
        <pc:spChg chg="mod">
          <ac:chgData name="Jaime Lloret Cuñat" userId="8d81fff1-60b5-4394-8911-1110806e8849" providerId="ADAL" clId="{F9CED4FB-6977-44DC-8277-CB042269325C}" dt="2026-06-12T12:12:53.325" v="755" actId="20577"/>
          <ac:spMkLst>
            <pc:docMk/>
            <pc:sldMk cId="714812308" sldId="310"/>
            <ac:spMk id="2" creationId="{CDA54699-90AE-0D74-7B49-D245BAB308C7}"/>
          </ac:spMkLst>
        </pc:spChg>
        <pc:spChg chg="mod">
          <ac:chgData name="Jaime Lloret Cuñat" userId="8d81fff1-60b5-4394-8911-1110806e8849" providerId="ADAL" clId="{F9CED4FB-6977-44DC-8277-CB042269325C}" dt="2026-06-12T12:12:14.203" v="728" actId="20577"/>
          <ac:spMkLst>
            <pc:docMk/>
            <pc:sldMk cId="714812308" sldId="310"/>
            <ac:spMk id="16" creationId="{DD1B3F14-56C9-9E35-6F8C-1C4FFC23CDB8}"/>
          </ac:spMkLst>
        </pc:spChg>
        <pc:picChg chg="mod">
          <ac:chgData name="Jaime Lloret Cuñat" userId="8d81fff1-60b5-4394-8911-1110806e8849" providerId="ADAL" clId="{F9CED4FB-6977-44DC-8277-CB042269325C}" dt="2026-06-12T12:12:35.158" v="737" actId="14100"/>
          <ac:picMkLst>
            <pc:docMk/>
            <pc:sldMk cId="714812308" sldId="310"/>
            <ac:picMk id="7" creationId="{616077F7-03A1-608E-AAD7-4507100343C4}"/>
          </ac:picMkLst>
        </pc:picChg>
      </pc:sldChg>
      <pc:sldChg chg="addSp delSp modSp add mod">
        <pc:chgData name="Jaime Lloret Cuñat" userId="8d81fff1-60b5-4394-8911-1110806e8849" providerId="ADAL" clId="{F9CED4FB-6977-44DC-8277-CB042269325C}" dt="2026-06-12T12:08:47.465" v="658" actId="20577"/>
        <pc:sldMkLst>
          <pc:docMk/>
          <pc:sldMk cId="2405041716" sldId="312"/>
        </pc:sldMkLst>
        <pc:spChg chg="mod">
          <ac:chgData name="Jaime Lloret Cuñat" userId="8d81fff1-60b5-4394-8911-1110806e8849" providerId="ADAL" clId="{F9CED4FB-6977-44DC-8277-CB042269325C}" dt="2026-06-12T12:06:48.146" v="572" actId="20577"/>
          <ac:spMkLst>
            <pc:docMk/>
            <pc:sldMk cId="2405041716" sldId="312"/>
            <ac:spMk id="2" creationId="{0731381B-C0B4-D430-BD63-748990A301A4}"/>
          </ac:spMkLst>
        </pc:spChg>
        <pc:spChg chg="mod">
          <ac:chgData name="Jaime Lloret Cuñat" userId="8d81fff1-60b5-4394-8911-1110806e8849" providerId="ADAL" clId="{F9CED4FB-6977-44DC-8277-CB042269325C}" dt="2026-06-12T12:08:47.465" v="658" actId="20577"/>
          <ac:spMkLst>
            <pc:docMk/>
            <pc:sldMk cId="2405041716" sldId="312"/>
            <ac:spMk id="16" creationId="{2DD4786C-A678-1043-E7EA-DD99FA816DE2}"/>
          </ac:spMkLst>
        </pc:spChg>
        <pc:picChg chg="del">
          <ac:chgData name="Jaime Lloret Cuñat" userId="8d81fff1-60b5-4394-8911-1110806e8849" providerId="ADAL" clId="{F9CED4FB-6977-44DC-8277-CB042269325C}" dt="2026-06-12T12:04:30.562" v="508" actId="478"/>
          <ac:picMkLst>
            <pc:docMk/>
            <pc:sldMk cId="2405041716" sldId="312"/>
            <ac:picMk id="5" creationId="{BAFF11D0-5A1E-03D1-1D64-03D84616F25B}"/>
          </ac:picMkLst>
        </pc:picChg>
        <pc:picChg chg="mod">
          <ac:chgData name="Jaime Lloret Cuñat" userId="8d81fff1-60b5-4394-8911-1110806e8849" providerId="ADAL" clId="{F9CED4FB-6977-44DC-8277-CB042269325C}" dt="2026-06-12T12:05:00.775" v="528" actId="14826"/>
          <ac:picMkLst>
            <pc:docMk/>
            <pc:sldMk cId="2405041716" sldId="312"/>
            <ac:picMk id="6" creationId="{1CCACCE9-B50C-DECD-C7D0-7F638CC9533D}"/>
          </ac:picMkLst>
        </pc:picChg>
        <pc:picChg chg="add mod">
          <ac:chgData name="Jaime Lloret Cuñat" userId="8d81fff1-60b5-4394-8911-1110806e8849" providerId="ADAL" clId="{F9CED4FB-6977-44DC-8277-CB042269325C}" dt="2026-06-12T12:04:38.500" v="515" actId="14100"/>
          <ac:picMkLst>
            <pc:docMk/>
            <pc:sldMk cId="2405041716" sldId="312"/>
            <ac:picMk id="7" creationId="{92C2F16B-C22A-DC4B-3986-5B5DBEEB0060}"/>
          </ac:picMkLst>
        </pc:picChg>
      </pc:sldChg>
      <pc:sldChg chg="modSp add mod">
        <pc:chgData name="Jaime Lloret Cuñat" userId="8d81fff1-60b5-4394-8911-1110806e8849" providerId="ADAL" clId="{F9CED4FB-6977-44DC-8277-CB042269325C}" dt="2026-06-12T12:08:49.994" v="659" actId="20577"/>
        <pc:sldMkLst>
          <pc:docMk/>
          <pc:sldMk cId="976006781" sldId="313"/>
        </pc:sldMkLst>
        <pc:spChg chg="mod">
          <ac:chgData name="Jaime Lloret Cuñat" userId="8d81fff1-60b5-4394-8911-1110806e8849" providerId="ADAL" clId="{F9CED4FB-6977-44DC-8277-CB042269325C}" dt="2026-06-12T12:06:44.156" v="565" actId="20577"/>
          <ac:spMkLst>
            <pc:docMk/>
            <pc:sldMk cId="976006781" sldId="313"/>
            <ac:spMk id="2" creationId="{3930ACA5-E550-020E-CD01-1246D0F766EE}"/>
          </ac:spMkLst>
        </pc:spChg>
        <pc:spChg chg="mod">
          <ac:chgData name="Jaime Lloret Cuñat" userId="8d81fff1-60b5-4394-8911-1110806e8849" providerId="ADAL" clId="{F9CED4FB-6977-44DC-8277-CB042269325C}" dt="2026-06-12T12:08:49.994" v="659" actId="20577"/>
          <ac:spMkLst>
            <pc:docMk/>
            <pc:sldMk cId="976006781" sldId="313"/>
            <ac:spMk id="16" creationId="{EE1AF5DE-7DDA-6BD6-356B-BC8C6D64E845}"/>
          </ac:spMkLst>
        </pc:spChg>
        <pc:picChg chg="mod">
          <ac:chgData name="Jaime Lloret Cuñat" userId="8d81fff1-60b5-4394-8911-1110806e8849" providerId="ADAL" clId="{F9CED4FB-6977-44DC-8277-CB042269325C}" dt="2026-06-12T12:05:31.392" v="531" actId="1076"/>
          <ac:picMkLst>
            <pc:docMk/>
            <pc:sldMk cId="976006781" sldId="313"/>
            <ac:picMk id="7" creationId="{A4B029A9-1C44-804E-777F-FDE379102E1A}"/>
          </ac:picMkLst>
        </pc:picChg>
      </pc:sldChg>
      <pc:sldChg chg="addSp delSp modSp add mod">
        <pc:chgData name="Jaime Lloret Cuñat" userId="8d81fff1-60b5-4394-8911-1110806e8849" providerId="ADAL" clId="{F9CED4FB-6977-44DC-8277-CB042269325C}" dt="2026-06-12T12:08:53.668" v="660" actId="20577"/>
        <pc:sldMkLst>
          <pc:docMk/>
          <pc:sldMk cId="698044179" sldId="314"/>
        </pc:sldMkLst>
        <pc:spChg chg="mod">
          <ac:chgData name="Jaime Lloret Cuñat" userId="8d81fff1-60b5-4394-8911-1110806e8849" providerId="ADAL" clId="{F9CED4FB-6977-44DC-8277-CB042269325C}" dt="2026-06-12T12:06:52.747" v="579" actId="20577"/>
          <ac:spMkLst>
            <pc:docMk/>
            <pc:sldMk cId="698044179" sldId="314"/>
            <ac:spMk id="2" creationId="{2185DF12-74AA-7ECC-0023-A9CE377404BE}"/>
          </ac:spMkLst>
        </pc:spChg>
        <pc:spChg chg="mod">
          <ac:chgData name="Jaime Lloret Cuñat" userId="8d81fff1-60b5-4394-8911-1110806e8849" providerId="ADAL" clId="{F9CED4FB-6977-44DC-8277-CB042269325C}" dt="2026-06-12T12:08:53.668" v="660" actId="20577"/>
          <ac:spMkLst>
            <pc:docMk/>
            <pc:sldMk cId="698044179" sldId="314"/>
            <ac:spMk id="16" creationId="{A982B524-A363-4A94-6B1C-E813954DE15A}"/>
          </ac:spMkLst>
        </pc:spChg>
        <pc:picChg chg="del">
          <ac:chgData name="Jaime Lloret Cuñat" userId="8d81fff1-60b5-4394-8911-1110806e8849" providerId="ADAL" clId="{F9CED4FB-6977-44DC-8277-CB042269325C}" dt="2026-06-12T12:06:25.693" v="532" actId="478"/>
          <ac:picMkLst>
            <pc:docMk/>
            <pc:sldMk cId="698044179" sldId="314"/>
            <ac:picMk id="5" creationId="{3E590C71-C668-2099-7CA7-F103C30DF920}"/>
          </ac:picMkLst>
        </pc:picChg>
        <pc:picChg chg="add mod">
          <ac:chgData name="Jaime Lloret Cuñat" userId="8d81fff1-60b5-4394-8911-1110806e8849" providerId="ADAL" clId="{F9CED4FB-6977-44DC-8277-CB042269325C}" dt="2026-06-12T12:06:30.506" v="536" actId="1076"/>
          <ac:picMkLst>
            <pc:docMk/>
            <pc:sldMk cId="698044179" sldId="314"/>
            <ac:picMk id="7" creationId="{3027F4F8-6463-0D72-E543-4819FD293EDD}"/>
          </ac:picMkLst>
        </pc:picChg>
      </pc:sldChg>
      <pc:sldChg chg="modSp add mod">
        <pc:chgData name="Jaime Lloret Cuñat" userId="8d81fff1-60b5-4394-8911-1110806e8849" providerId="ADAL" clId="{F9CED4FB-6977-44DC-8277-CB042269325C}" dt="2026-06-12T12:08:56.466" v="661" actId="20577"/>
        <pc:sldMkLst>
          <pc:docMk/>
          <pc:sldMk cId="1531355355" sldId="315"/>
        </pc:sldMkLst>
        <pc:spChg chg="mod">
          <ac:chgData name="Jaime Lloret Cuñat" userId="8d81fff1-60b5-4394-8911-1110806e8849" providerId="ADAL" clId="{F9CED4FB-6977-44DC-8277-CB042269325C}" dt="2026-06-12T12:07:44.487" v="611" actId="20577"/>
          <ac:spMkLst>
            <pc:docMk/>
            <pc:sldMk cId="1531355355" sldId="315"/>
            <ac:spMk id="2" creationId="{97D54ED1-B273-53A3-E25C-141B4C1B3337}"/>
          </ac:spMkLst>
        </pc:spChg>
        <pc:spChg chg="mod">
          <ac:chgData name="Jaime Lloret Cuñat" userId="8d81fff1-60b5-4394-8911-1110806e8849" providerId="ADAL" clId="{F9CED4FB-6977-44DC-8277-CB042269325C}" dt="2026-06-12T12:08:56.466" v="661" actId="20577"/>
          <ac:spMkLst>
            <pc:docMk/>
            <pc:sldMk cId="1531355355" sldId="315"/>
            <ac:spMk id="16" creationId="{967114AB-E2D2-9764-D664-62EECFBBD03B}"/>
          </ac:spMkLst>
        </pc:spChg>
        <pc:picChg chg="mod">
          <ac:chgData name="Jaime Lloret Cuñat" userId="8d81fff1-60b5-4394-8911-1110806e8849" providerId="ADAL" clId="{F9CED4FB-6977-44DC-8277-CB042269325C}" dt="2026-06-12T12:07:13.625" v="580" actId="14826"/>
          <ac:picMkLst>
            <pc:docMk/>
            <pc:sldMk cId="1531355355" sldId="315"/>
            <ac:picMk id="5" creationId="{6197C1A8-6C06-A8AF-9144-45F89DA0FBE7}"/>
          </ac:picMkLst>
        </pc:picChg>
        <pc:picChg chg="mod">
          <ac:chgData name="Jaime Lloret Cuñat" userId="8d81fff1-60b5-4394-8911-1110806e8849" providerId="ADAL" clId="{F9CED4FB-6977-44DC-8277-CB042269325C}" dt="2026-06-12T12:07:29.482" v="583" actId="14826"/>
          <ac:picMkLst>
            <pc:docMk/>
            <pc:sldMk cId="1531355355" sldId="315"/>
            <ac:picMk id="6" creationId="{5C3F444C-01EB-1A16-D54C-F626EB6BA256}"/>
          </ac:picMkLst>
        </pc:picChg>
      </pc:sldChg>
      <pc:sldChg chg="modSp add mod">
        <pc:chgData name="Jaime Lloret Cuñat" userId="8d81fff1-60b5-4394-8911-1110806e8849" providerId="ADAL" clId="{F9CED4FB-6977-44DC-8277-CB042269325C}" dt="2026-06-12T12:08:59.630" v="662" actId="20577"/>
        <pc:sldMkLst>
          <pc:docMk/>
          <pc:sldMk cId="2895180804" sldId="316"/>
        </pc:sldMkLst>
        <pc:spChg chg="mod">
          <ac:chgData name="Jaime Lloret Cuñat" userId="8d81fff1-60b5-4394-8911-1110806e8849" providerId="ADAL" clId="{F9CED4FB-6977-44DC-8277-CB042269325C}" dt="2026-06-12T12:08:22.467" v="637" actId="20577"/>
          <ac:spMkLst>
            <pc:docMk/>
            <pc:sldMk cId="2895180804" sldId="316"/>
            <ac:spMk id="2" creationId="{552EB805-65F3-194B-C8F4-CA690A8BA9F7}"/>
          </ac:spMkLst>
        </pc:spChg>
        <pc:spChg chg="mod">
          <ac:chgData name="Jaime Lloret Cuñat" userId="8d81fff1-60b5-4394-8911-1110806e8849" providerId="ADAL" clId="{F9CED4FB-6977-44DC-8277-CB042269325C}" dt="2026-06-12T12:08:59.630" v="662" actId="20577"/>
          <ac:spMkLst>
            <pc:docMk/>
            <pc:sldMk cId="2895180804" sldId="316"/>
            <ac:spMk id="16" creationId="{44D53EE1-00F8-F2E4-69BA-A44FD0E64DBA}"/>
          </ac:spMkLst>
        </pc:spChg>
      </pc:sldChg>
      <pc:sldChg chg="modSp add mod">
        <pc:chgData name="Jaime Lloret Cuñat" userId="8d81fff1-60b5-4394-8911-1110806e8849" providerId="ADAL" clId="{F9CED4FB-6977-44DC-8277-CB042269325C}" dt="2026-06-12T12:09:46.619" v="669" actId="1076"/>
        <pc:sldMkLst>
          <pc:docMk/>
          <pc:sldMk cId="4256168662" sldId="317"/>
        </pc:sldMkLst>
        <pc:spChg chg="mod">
          <ac:chgData name="Jaime Lloret Cuñat" userId="8d81fff1-60b5-4394-8911-1110806e8849" providerId="ADAL" clId="{F9CED4FB-6977-44DC-8277-CB042269325C}" dt="2026-06-12T12:08:39.145" v="657" actId="20577"/>
          <ac:spMkLst>
            <pc:docMk/>
            <pc:sldMk cId="4256168662" sldId="317"/>
            <ac:spMk id="2" creationId="{3C6D55FC-5031-5DAE-893E-BF1355747932}"/>
          </ac:spMkLst>
        </pc:spChg>
        <pc:spChg chg="mod">
          <ac:chgData name="Jaime Lloret Cuñat" userId="8d81fff1-60b5-4394-8911-1110806e8849" providerId="ADAL" clId="{F9CED4FB-6977-44DC-8277-CB042269325C}" dt="2026-06-12T12:09:05.674" v="666" actId="403"/>
          <ac:spMkLst>
            <pc:docMk/>
            <pc:sldMk cId="4256168662" sldId="317"/>
            <ac:spMk id="16" creationId="{102B708D-0704-5977-EC6F-88CF05CBBE8F}"/>
          </ac:spMkLst>
        </pc:spChg>
        <pc:picChg chg="mod">
          <ac:chgData name="Jaime Lloret Cuñat" userId="8d81fff1-60b5-4394-8911-1110806e8849" providerId="ADAL" clId="{F9CED4FB-6977-44DC-8277-CB042269325C}" dt="2026-06-12T12:09:46.619" v="669" actId="1076"/>
          <ac:picMkLst>
            <pc:docMk/>
            <pc:sldMk cId="4256168662" sldId="317"/>
            <ac:picMk id="5" creationId="{39248EFD-19EE-95CC-AC89-5D89542724B8}"/>
          </ac:picMkLst>
        </pc:picChg>
      </pc:sldChg>
      <pc:sldChg chg="modSp add mod">
        <pc:chgData name="Jaime Lloret Cuñat" userId="8d81fff1-60b5-4394-8911-1110806e8849" providerId="ADAL" clId="{F9CED4FB-6977-44DC-8277-CB042269325C}" dt="2026-06-12T12:11:02.778" v="722" actId="404"/>
        <pc:sldMkLst>
          <pc:docMk/>
          <pc:sldMk cId="144092153" sldId="318"/>
        </pc:sldMkLst>
        <pc:spChg chg="mod">
          <ac:chgData name="Jaime Lloret Cuñat" userId="8d81fff1-60b5-4394-8911-1110806e8849" providerId="ADAL" clId="{F9CED4FB-6977-44DC-8277-CB042269325C}" dt="2026-06-12T12:10:38.057" v="688" actId="20577"/>
          <ac:spMkLst>
            <pc:docMk/>
            <pc:sldMk cId="144092153" sldId="318"/>
            <ac:spMk id="2" creationId="{9F0ACE0A-BAE8-D87B-0C19-A3D05BF766BE}"/>
          </ac:spMkLst>
        </pc:spChg>
        <pc:spChg chg="mod">
          <ac:chgData name="Jaime Lloret Cuñat" userId="8d81fff1-60b5-4394-8911-1110806e8849" providerId="ADAL" clId="{F9CED4FB-6977-44DC-8277-CB042269325C}" dt="2026-06-12T12:11:02.778" v="722" actId="404"/>
          <ac:spMkLst>
            <pc:docMk/>
            <pc:sldMk cId="144092153" sldId="318"/>
            <ac:spMk id="16" creationId="{4D1F668C-4DD7-9F55-3473-586CB536CE3F}"/>
          </ac:spMkLst>
        </pc:spChg>
      </pc:sldChg>
      <pc:sldChg chg="modSp add mod">
        <pc:chgData name="Jaime Lloret Cuñat" userId="8d81fff1-60b5-4394-8911-1110806e8849" providerId="ADAL" clId="{F9CED4FB-6977-44DC-8277-CB042269325C}" dt="2026-06-12T12:12:01.481" v="727" actId="14826"/>
        <pc:sldMkLst>
          <pc:docMk/>
          <pc:sldMk cId="3007431446" sldId="319"/>
        </pc:sldMkLst>
        <pc:spChg chg="mod">
          <ac:chgData name="Jaime Lloret Cuñat" userId="8d81fff1-60b5-4394-8911-1110806e8849" providerId="ADAL" clId="{F9CED4FB-6977-44DC-8277-CB042269325C}" dt="2026-06-12T12:10:48.471" v="720" actId="20577"/>
          <ac:spMkLst>
            <pc:docMk/>
            <pc:sldMk cId="3007431446" sldId="319"/>
            <ac:spMk id="2" creationId="{DA59359C-82D4-5532-A66F-52BD2C86CE34}"/>
          </ac:spMkLst>
        </pc:spChg>
        <pc:spChg chg="mod">
          <ac:chgData name="Jaime Lloret Cuñat" userId="8d81fff1-60b5-4394-8911-1110806e8849" providerId="ADAL" clId="{F9CED4FB-6977-44DC-8277-CB042269325C}" dt="2026-06-12T12:11:07.504" v="724" actId="404"/>
          <ac:spMkLst>
            <pc:docMk/>
            <pc:sldMk cId="3007431446" sldId="319"/>
            <ac:spMk id="16" creationId="{F1C70823-E0B7-BFF0-5231-9F51FD636F87}"/>
          </ac:spMkLst>
        </pc:spChg>
        <pc:picChg chg="mod">
          <ac:chgData name="Jaime Lloret Cuñat" userId="8d81fff1-60b5-4394-8911-1110806e8849" providerId="ADAL" clId="{F9CED4FB-6977-44DC-8277-CB042269325C}" dt="2026-06-12T12:11:54.869" v="726" actId="14826"/>
          <ac:picMkLst>
            <pc:docMk/>
            <pc:sldMk cId="3007431446" sldId="319"/>
            <ac:picMk id="5" creationId="{020E99CA-83DB-8A36-A010-74A6995A18B7}"/>
          </ac:picMkLst>
        </pc:picChg>
        <pc:picChg chg="mod">
          <ac:chgData name="Jaime Lloret Cuñat" userId="8d81fff1-60b5-4394-8911-1110806e8849" providerId="ADAL" clId="{F9CED4FB-6977-44DC-8277-CB042269325C}" dt="2026-06-12T12:12:01.481" v="727" actId="14826"/>
          <ac:picMkLst>
            <pc:docMk/>
            <pc:sldMk cId="3007431446" sldId="319"/>
            <ac:picMk id="6" creationId="{CFA3EA8D-A3DC-EB0F-F79B-87EB5D75EB57}"/>
          </ac:picMkLst>
        </pc:picChg>
      </pc:sldChg>
      <pc:sldChg chg="addSp delSp modSp add mod">
        <pc:chgData name="Jaime Lloret Cuñat" userId="8d81fff1-60b5-4394-8911-1110806e8849" providerId="ADAL" clId="{F9CED4FB-6977-44DC-8277-CB042269325C}" dt="2026-06-12T12:14:32.453" v="821" actId="1076"/>
        <pc:sldMkLst>
          <pc:docMk/>
          <pc:sldMk cId="3098289711" sldId="320"/>
        </pc:sldMkLst>
        <pc:spChg chg="mod">
          <ac:chgData name="Jaime Lloret Cuñat" userId="8d81fff1-60b5-4394-8911-1110806e8849" providerId="ADAL" clId="{F9CED4FB-6977-44DC-8277-CB042269325C}" dt="2026-06-12T12:13:08.598" v="776" actId="20577"/>
          <ac:spMkLst>
            <pc:docMk/>
            <pc:sldMk cId="3098289711" sldId="320"/>
            <ac:spMk id="2" creationId="{18127A40-A487-C1D8-93EC-826FCF683BF4}"/>
          </ac:spMkLst>
        </pc:spChg>
        <pc:spChg chg="del">
          <ac:chgData name="Jaime Lloret Cuñat" userId="8d81fff1-60b5-4394-8911-1110806e8849" providerId="ADAL" clId="{F9CED4FB-6977-44DC-8277-CB042269325C}" dt="2026-06-12T12:14:25.332" v="817" actId="478"/>
          <ac:spMkLst>
            <pc:docMk/>
            <pc:sldMk cId="3098289711" sldId="320"/>
            <ac:spMk id="9" creationId="{69D039E0-F565-5DE2-390D-4EA7256DBA5F}"/>
          </ac:spMkLst>
        </pc:spChg>
        <pc:spChg chg="mod">
          <ac:chgData name="Jaime Lloret Cuñat" userId="8d81fff1-60b5-4394-8911-1110806e8849" providerId="ADAL" clId="{F9CED4FB-6977-44DC-8277-CB042269325C}" dt="2026-06-12T12:12:59.445" v="756" actId="20577"/>
          <ac:spMkLst>
            <pc:docMk/>
            <pc:sldMk cId="3098289711" sldId="320"/>
            <ac:spMk id="16" creationId="{DDC669E2-5ACE-DE18-06D2-1E4DE82C8147}"/>
          </ac:spMkLst>
        </pc:spChg>
        <pc:picChg chg="add mod">
          <ac:chgData name="Jaime Lloret Cuñat" userId="8d81fff1-60b5-4394-8911-1110806e8849" providerId="ADAL" clId="{F9CED4FB-6977-44DC-8277-CB042269325C}" dt="2026-06-12T12:14:32.453" v="821" actId="1076"/>
          <ac:picMkLst>
            <pc:docMk/>
            <pc:sldMk cId="3098289711" sldId="320"/>
            <ac:picMk id="5" creationId="{9174BCC8-36B1-3123-A57A-0F8F20C658D3}"/>
          </ac:picMkLst>
        </pc:picChg>
        <pc:picChg chg="add mod">
          <ac:chgData name="Jaime Lloret Cuñat" userId="8d81fff1-60b5-4394-8911-1110806e8849" providerId="ADAL" clId="{F9CED4FB-6977-44DC-8277-CB042269325C}" dt="2026-06-12T12:14:28.375" v="819" actId="1076"/>
          <ac:picMkLst>
            <pc:docMk/>
            <pc:sldMk cId="3098289711" sldId="320"/>
            <ac:picMk id="7" creationId="{0E37D82A-BCA8-27E6-193F-BFEA997DE708}"/>
          </ac:picMkLst>
        </pc:picChg>
        <pc:picChg chg="del">
          <ac:chgData name="Jaime Lloret Cuñat" userId="8d81fff1-60b5-4394-8911-1110806e8849" providerId="ADAL" clId="{F9CED4FB-6977-44DC-8277-CB042269325C}" dt="2026-06-12T12:13:54.688" v="808" actId="478"/>
          <ac:picMkLst>
            <pc:docMk/>
            <pc:sldMk cId="3098289711" sldId="320"/>
            <ac:picMk id="13" creationId="{01B2857E-7857-A899-C600-6C229E188055}"/>
          </ac:picMkLst>
        </pc:picChg>
        <pc:picChg chg="del">
          <ac:chgData name="Jaime Lloret Cuñat" userId="8d81fff1-60b5-4394-8911-1110806e8849" providerId="ADAL" clId="{F9CED4FB-6977-44DC-8277-CB042269325C}" dt="2026-06-12T12:13:53.651" v="805" actId="478"/>
          <ac:picMkLst>
            <pc:docMk/>
            <pc:sldMk cId="3098289711" sldId="320"/>
            <ac:picMk id="15" creationId="{E089FD75-0A22-457C-9523-EA115FA031A8}"/>
          </ac:picMkLst>
        </pc:picChg>
        <pc:picChg chg="del">
          <ac:chgData name="Jaime Lloret Cuñat" userId="8d81fff1-60b5-4394-8911-1110806e8849" providerId="ADAL" clId="{F9CED4FB-6977-44DC-8277-CB042269325C}" dt="2026-06-12T12:13:54.339" v="807" actId="478"/>
          <ac:picMkLst>
            <pc:docMk/>
            <pc:sldMk cId="3098289711" sldId="320"/>
            <ac:picMk id="18" creationId="{709B242B-7960-E59C-88CA-A9C590E44FE7}"/>
          </ac:picMkLst>
        </pc:picChg>
        <pc:picChg chg="del">
          <ac:chgData name="Jaime Lloret Cuñat" userId="8d81fff1-60b5-4394-8911-1110806e8849" providerId="ADAL" clId="{F9CED4FB-6977-44DC-8277-CB042269325C}" dt="2026-06-12T12:13:54.020" v="806" actId="478"/>
          <ac:picMkLst>
            <pc:docMk/>
            <pc:sldMk cId="3098289711" sldId="320"/>
            <ac:picMk id="20" creationId="{64B42D4F-A1CB-9B6C-1FB7-5D6808DBEFDA}"/>
          </ac:picMkLst>
        </pc:picChg>
      </pc:sldChg>
      <pc:sldChg chg="modSp add mod">
        <pc:chgData name="Jaime Lloret Cuñat" userId="8d81fff1-60b5-4394-8911-1110806e8849" providerId="ADAL" clId="{F9CED4FB-6977-44DC-8277-CB042269325C}" dt="2026-06-12T12:15:50.739" v="836" actId="14826"/>
        <pc:sldMkLst>
          <pc:docMk/>
          <pc:sldMk cId="3870534614" sldId="321"/>
        </pc:sldMkLst>
        <pc:spChg chg="mod">
          <ac:chgData name="Jaime Lloret Cuñat" userId="8d81fff1-60b5-4394-8911-1110806e8849" providerId="ADAL" clId="{F9CED4FB-6977-44DC-8277-CB042269325C}" dt="2026-06-12T12:13:34.439" v="803" actId="20577"/>
          <ac:spMkLst>
            <pc:docMk/>
            <pc:sldMk cId="3870534614" sldId="321"/>
            <ac:spMk id="2" creationId="{7165C315-0CFE-AEA4-0C63-52EDA592270F}"/>
          </ac:spMkLst>
        </pc:spChg>
        <pc:spChg chg="mod">
          <ac:chgData name="Jaime Lloret Cuñat" userId="8d81fff1-60b5-4394-8911-1110806e8849" providerId="ADAL" clId="{F9CED4FB-6977-44DC-8277-CB042269325C}" dt="2026-06-12T12:13:28.794" v="777" actId="20577"/>
          <ac:spMkLst>
            <pc:docMk/>
            <pc:sldMk cId="3870534614" sldId="321"/>
            <ac:spMk id="16" creationId="{59B59E37-FB3D-4B30-E6D5-B30E4737E5CD}"/>
          </ac:spMkLst>
        </pc:spChg>
        <pc:picChg chg="mod">
          <ac:chgData name="Jaime Lloret Cuñat" userId="8d81fff1-60b5-4394-8911-1110806e8849" providerId="ADAL" clId="{F9CED4FB-6977-44DC-8277-CB042269325C}" dt="2026-06-12T12:15:50.739" v="836" actId="14826"/>
          <ac:picMkLst>
            <pc:docMk/>
            <pc:sldMk cId="3870534614" sldId="321"/>
            <ac:picMk id="6" creationId="{99BD4D9D-4752-C425-E236-9BBFBAFA36EB}"/>
          </ac:picMkLst>
        </pc:picChg>
        <pc:picChg chg="mod">
          <ac:chgData name="Jaime Lloret Cuñat" userId="8d81fff1-60b5-4394-8911-1110806e8849" providerId="ADAL" clId="{F9CED4FB-6977-44DC-8277-CB042269325C}" dt="2026-06-12T12:15:44.677" v="835" actId="14826"/>
          <ac:picMkLst>
            <pc:docMk/>
            <pc:sldMk cId="3870534614" sldId="321"/>
            <ac:picMk id="10" creationId="{9945119E-0CC6-0406-DE32-0A29EE1FB0F0}"/>
          </ac:picMkLst>
        </pc:picChg>
      </pc:sldChg>
      <pc:sldChg chg="addSp delSp modSp add mod">
        <pc:chgData name="Jaime Lloret Cuñat" userId="8d81fff1-60b5-4394-8911-1110806e8849" providerId="ADAL" clId="{F9CED4FB-6977-44DC-8277-CB042269325C}" dt="2026-06-12T12:15:16.454" v="834" actId="1076"/>
        <pc:sldMkLst>
          <pc:docMk/>
          <pc:sldMk cId="1679278964" sldId="322"/>
        </pc:sldMkLst>
        <pc:spChg chg="del">
          <ac:chgData name="Jaime Lloret Cuñat" userId="8d81fff1-60b5-4394-8911-1110806e8849" providerId="ADAL" clId="{F9CED4FB-6977-44DC-8277-CB042269325C}" dt="2026-06-12T12:15:02.297" v="831" actId="478"/>
          <ac:spMkLst>
            <pc:docMk/>
            <pc:sldMk cId="1679278964" sldId="322"/>
            <ac:spMk id="9" creationId="{D5E3468A-493B-A29F-53CF-80628E815CC4}"/>
          </ac:spMkLst>
        </pc:spChg>
        <pc:picChg chg="add mod">
          <ac:chgData name="Jaime Lloret Cuñat" userId="8d81fff1-60b5-4394-8911-1110806e8849" providerId="ADAL" clId="{F9CED4FB-6977-44DC-8277-CB042269325C}" dt="2026-06-12T12:15:00.225" v="830" actId="1076"/>
          <ac:picMkLst>
            <pc:docMk/>
            <pc:sldMk cId="1679278964" sldId="322"/>
            <ac:picMk id="5" creationId="{8E7D555D-9AA9-D987-17AA-BBAAFBF6005E}"/>
          </ac:picMkLst>
        </pc:picChg>
        <pc:picChg chg="add mod">
          <ac:chgData name="Jaime Lloret Cuñat" userId="8d81fff1-60b5-4394-8911-1110806e8849" providerId="ADAL" clId="{F9CED4FB-6977-44DC-8277-CB042269325C}" dt="2026-06-12T12:15:16.454" v="834" actId="1076"/>
          <ac:picMkLst>
            <pc:docMk/>
            <pc:sldMk cId="1679278964" sldId="322"/>
            <ac:picMk id="7" creationId="{15C92D75-DCF5-7FF7-1711-3A8D6F335C91}"/>
          </ac:picMkLst>
        </pc:picChg>
        <pc:picChg chg="del">
          <ac:chgData name="Jaime Lloret Cuñat" userId="8d81fff1-60b5-4394-8911-1110806e8849" providerId="ADAL" clId="{F9CED4FB-6977-44DC-8277-CB042269325C}" dt="2026-06-12T12:14:41.423" v="822" actId="478"/>
          <ac:picMkLst>
            <pc:docMk/>
            <pc:sldMk cId="1679278964" sldId="322"/>
            <ac:picMk id="13" creationId="{26AA6744-3C46-7747-7F8A-8CA334E516CA}"/>
          </ac:picMkLst>
        </pc:picChg>
        <pc:picChg chg="del">
          <ac:chgData name="Jaime Lloret Cuñat" userId="8d81fff1-60b5-4394-8911-1110806e8849" providerId="ADAL" clId="{F9CED4FB-6977-44DC-8277-CB042269325C}" dt="2026-06-12T12:14:42.536" v="824" actId="478"/>
          <ac:picMkLst>
            <pc:docMk/>
            <pc:sldMk cId="1679278964" sldId="322"/>
            <ac:picMk id="15" creationId="{D9386AE8-6BA7-FEEA-14A9-3419A0AE2114}"/>
          </ac:picMkLst>
        </pc:picChg>
        <pc:picChg chg="del">
          <ac:chgData name="Jaime Lloret Cuñat" userId="8d81fff1-60b5-4394-8911-1110806e8849" providerId="ADAL" clId="{F9CED4FB-6977-44DC-8277-CB042269325C}" dt="2026-06-12T12:14:41.773" v="823" actId="478"/>
          <ac:picMkLst>
            <pc:docMk/>
            <pc:sldMk cId="1679278964" sldId="322"/>
            <ac:picMk id="18" creationId="{035E7161-95A0-A4E4-FD41-AF8A9DE76F11}"/>
          </ac:picMkLst>
        </pc:picChg>
        <pc:picChg chg="del">
          <ac:chgData name="Jaime Lloret Cuñat" userId="8d81fff1-60b5-4394-8911-1110806e8849" providerId="ADAL" clId="{F9CED4FB-6977-44DC-8277-CB042269325C}" dt="2026-06-12T12:14:43.045" v="825" actId="478"/>
          <ac:picMkLst>
            <pc:docMk/>
            <pc:sldMk cId="1679278964" sldId="322"/>
            <ac:picMk id="20" creationId="{D00979C1-250E-2173-8EDD-4A4D9CC3F89B}"/>
          </ac:picMkLst>
        </pc:picChg>
      </pc:sldChg>
      <pc:sldChg chg="new del">
        <pc:chgData name="Jaime Lloret Cuñat" userId="8d81fff1-60b5-4394-8911-1110806e8849" providerId="ADAL" clId="{F9CED4FB-6977-44DC-8277-CB042269325C}" dt="2026-06-12T12:16:38.259" v="838" actId="680"/>
        <pc:sldMkLst>
          <pc:docMk/>
          <pc:sldMk cId="1401209020" sldId="323"/>
        </pc:sldMkLst>
      </pc:sldChg>
      <pc:sldChg chg="modSp add mod">
        <pc:chgData name="Jaime Lloret Cuñat" userId="8d81fff1-60b5-4394-8911-1110806e8849" providerId="ADAL" clId="{F9CED4FB-6977-44DC-8277-CB042269325C}" dt="2026-06-12T12:17:03.077" v="852" actId="14826"/>
        <pc:sldMkLst>
          <pc:docMk/>
          <pc:sldMk cId="3073885127" sldId="323"/>
        </pc:sldMkLst>
        <pc:spChg chg="mod">
          <ac:chgData name="Jaime Lloret Cuñat" userId="8d81fff1-60b5-4394-8911-1110806e8849" providerId="ADAL" clId="{F9CED4FB-6977-44DC-8277-CB042269325C}" dt="2026-06-12T12:16:47.309" v="850" actId="20577"/>
          <ac:spMkLst>
            <pc:docMk/>
            <pc:sldMk cId="3073885127" sldId="323"/>
            <ac:spMk id="16" creationId="{9D678D09-C459-9BAE-B5C4-386DD03A7AE1}"/>
          </ac:spMkLst>
        </pc:spChg>
        <pc:picChg chg="mod">
          <ac:chgData name="Jaime Lloret Cuñat" userId="8d81fff1-60b5-4394-8911-1110806e8849" providerId="ADAL" clId="{F9CED4FB-6977-44DC-8277-CB042269325C}" dt="2026-06-12T12:17:03.077" v="852" actId="14826"/>
          <ac:picMkLst>
            <pc:docMk/>
            <pc:sldMk cId="3073885127" sldId="323"/>
            <ac:picMk id="4" creationId="{12AA7593-B8B1-D9DE-C4AA-3F8C2AAB6D72}"/>
          </ac:picMkLst>
        </pc:picChg>
        <pc:picChg chg="mod">
          <ac:chgData name="Jaime Lloret Cuñat" userId="8d81fff1-60b5-4394-8911-1110806e8849" providerId="ADAL" clId="{F9CED4FB-6977-44DC-8277-CB042269325C}" dt="2026-06-12T12:16:58.107" v="851" actId="14826"/>
          <ac:picMkLst>
            <pc:docMk/>
            <pc:sldMk cId="3073885127" sldId="323"/>
            <ac:picMk id="12" creationId="{4F86BE59-FD5D-34E6-8EBD-74A3BAF9584D}"/>
          </ac:picMkLst>
        </pc:picChg>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Marcador de encabezado 1">
            <a:extLst>
              <a:ext uri="{FF2B5EF4-FFF2-40B4-BE49-F238E27FC236}">
                <a16:creationId xmlns:a16="http://schemas.microsoft.com/office/drawing/2014/main" id="{ADD96E76-517F-B468-04D8-38EFA44947EB}"/>
              </a:ext>
            </a:extLst>
          </p:cNvPr>
          <p:cNvSpPr>
            <a:spLocks noGrp="1"/>
          </p:cNvSpPr>
          <p:nvPr>
            <p:ph type="hdr" sz="quarter"/>
          </p:nvPr>
        </p:nvSpPr>
        <p:spPr>
          <a:xfrm>
            <a:off x="0" y="0"/>
            <a:ext cx="5283200" cy="344488"/>
          </a:xfrm>
          <a:prstGeom prst="rect">
            <a:avLst/>
          </a:prstGeom>
        </p:spPr>
        <p:txBody>
          <a:bodyPr vert="horz" lIns="91440" tIns="45720" rIns="91440" bIns="45720" rtlCol="0"/>
          <a:lstStyle>
            <a:lvl1pPr algn="l">
              <a:defRPr sz="1200"/>
            </a:lvl1pPr>
          </a:lstStyle>
          <a:p>
            <a:endParaRPr lang="es-ES"/>
          </a:p>
        </p:txBody>
      </p:sp>
      <p:sp>
        <p:nvSpPr>
          <p:cNvPr id="3" name="Marcador de fecha 2">
            <a:extLst>
              <a:ext uri="{FF2B5EF4-FFF2-40B4-BE49-F238E27FC236}">
                <a16:creationId xmlns:a16="http://schemas.microsoft.com/office/drawing/2014/main" id="{8678D0B9-782A-7C16-D731-EEB7F991FA76}"/>
              </a:ext>
            </a:extLst>
          </p:cNvPr>
          <p:cNvSpPr>
            <a:spLocks noGrp="1"/>
          </p:cNvSpPr>
          <p:nvPr>
            <p:ph type="dt" sz="quarter" idx="1"/>
          </p:nvPr>
        </p:nvSpPr>
        <p:spPr>
          <a:xfrm>
            <a:off x="6905625" y="0"/>
            <a:ext cx="5283200" cy="344488"/>
          </a:xfrm>
          <a:prstGeom prst="rect">
            <a:avLst/>
          </a:prstGeom>
        </p:spPr>
        <p:txBody>
          <a:bodyPr vert="horz" lIns="91440" tIns="45720" rIns="91440" bIns="45720" rtlCol="0"/>
          <a:lstStyle>
            <a:lvl1pPr algn="r">
              <a:defRPr sz="1200"/>
            </a:lvl1pPr>
          </a:lstStyle>
          <a:p>
            <a:fld id="{8438F8DC-35B0-48E6-A86E-42F1F08DD00F}" type="datetimeFigureOut">
              <a:rPr lang="es-ES" smtClean="0"/>
              <a:t>12/06/2026</a:t>
            </a:fld>
            <a:endParaRPr lang="es-ES"/>
          </a:p>
        </p:txBody>
      </p:sp>
      <p:sp>
        <p:nvSpPr>
          <p:cNvPr id="4" name="Marcador de pie de página 3">
            <a:extLst>
              <a:ext uri="{FF2B5EF4-FFF2-40B4-BE49-F238E27FC236}">
                <a16:creationId xmlns:a16="http://schemas.microsoft.com/office/drawing/2014/main" id="{2F2E7B1C-60E2-8A48-EEE0-6715FC30A8B7}"/>
              </a:ext>
            </a:extLst>
          </p:cNvPr>
          <p:cNvSpPr>
            <a:spLocks noGrp="1"/>
          </p:cNvSpPr>
          <p:nvPr>
            <p:ph type="ftr" sz="quarter" idx="2"/>
          </p:nvPr>
        </p:nvSpPr>
        <p:spPr>
          <a:xfrm>
            <a:off x="0" y="6513513"/>
            <a:ext cx="5283200" cy="344487"/>
          </a:xfrm>
          <a:prstGeom prst="rect">
            <a:avLst/>
          </a:prstGeom>
        </p:spPr>
        <p:txBody>
          <a:bodyPr vert="horz" lIns="91440" tIns="45720" rIns="91440" bIns="45720" rtlCol="0" anchor="b"/>
          <a:lstStyle>
            <a:lvl1pPr algn="l">
              <a:defRPr sz="1200"/>
            </a:lvl1pPr>
          </a:lstStyle>
          <a:p>
            <a:endParaRPr lang="es-ES"/>
          </a:p>
        </p:txBody>
      </p:sp>
      <p:sp>
        <p:nvSpPr>
          <p:cNvPr id="5" name="Marcador de número de diapositiva 4">
            <a:extLst>
              <a:ext uri="{FF2B5EF4-FFF2-40B4-BE49-F238E27FC236}">
                <a16:creationId xmlns:a16="http://schemas.microsoft.com/office/drawing/2014/main" id="{C428D795-4EA2-62F0-B78A-5F215C828C50}"/>
              </a:ext>
            </a:extLst>
          </p:cNvPr>
          <p:cNvSpPr>
            <a:spLocks noGrp="1"/>
          </p:cNvSpPr>
          <p:nvPr>
            <p:ph type="sldNum" sz="quarter" idx="3"/>
          </p:nvPr>
        </p:nvSpPr>
        <p:spPr>
          <a:xfrm>
            <a:off x="6905625" y="6513513"/>
            <a:ext cx="5283200" cy="344487"/>
          </a:xfrm>
          <a:prstGeom prst="rect">
            <a:avLst/>
          </a:prstGeom>
        </p:spPr>
        <p:txBody>
          <a:bodyPr vert="horz" lIns="91440" tIns="45720" rIns="91440" bIns="45720" rtlCol="0" anchor="b"/>
          <a:lstStyle>
            <a:lvl1pPr algn="r">
              <a:defRPr sz="1200"/>
            </a:lvl1pPr>
          </a:lstStyle>
          <a:p>
            <a:fld id="{4116A549-763A-4A89-A454-A94BAF51395E}" type="slidenum">
              <a:rPr lang="es-ES" smtClean="0"/>
              <a:t>‹#›</a:t>
            </a:fld>
            <a:endParaRPr lang="es-ES"/>
          </a:p>
        </p:txBody>
      </p:sp>
    </p:spTree>
    <p:extLst>
      <p:ext uri="{BB962C8B-B14F-4D97-AF65-F5344CB8AC3E}">
        <p14:creationId xmlns:p14="http://schemas.microsoft.com/office/powerpoint/2010/main" val="1403477749"/>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Marcador de encabezado 1"/>
          <p:cNvSpPr>
            <a:spLocks noGrp="1"/>
          </p:cNvSpPr>
          <p:nvPr>
            <p:ph type="hdr" sz="quarter"/>
          </p:nvPr>
        </p:nvSpPr>
        <p:spPr>
          <a:xfrm>
            <a:off x="0" y="0"/>
            <a:ext cx="5283200" cy="344488"/>
          </a:xfrm>
          <a:prstGeom prst="rect">
            <a:avLst/>
          </a:prstGeom>
        </p:spPr>
        <p:txBody>
          <a:bodyPr vert="horz" lIns="91440" tIns="45720" rIns="91440" bIns="45720" rtlCol="0"/>
          <a:lstStyle>
            <a:lvl1pPr algn="l">
              <a:defRPr sz="1200"/>
            </a:lvl1pPr>
          </a:lstStyle>
          <a:p>
            <a:endParaRPr lang="es-ES"/>
          </a:p>
        </p:txBody>
      </p:sp>
      <p:sp>
        <p:nvSpPr>
          <p:cNvPr id="3" name="Marcador de fecha 2"/>
          <p:cNvSpPr>
            <a:spLocks noGrp="1"/>
          </p:cNvSpPr>
          <p:nvPr>
            <p:ph type="dt" idx="1"/>
          </p:nvPr>
        </p:nvSpPr>
        <p:spPr>
          <a:xfrm>
            <a:off x="6905625" y="0"/>
            <a:ext cx="5283200" cy="344488"/>
          </a:xfrm>
          <a:prstGeom prst="rect">
            <a:avLst/>
          </a:prstGeom>
        </p:spPr>
        <p:txBody>
          <a:bodyPr vert="horz" lIns="91440" tIns="45720" rIns="91440" bIns="45720" rtlCol="0"/>
          <a:lstStyle>
            <a:lvl1pPr algn="r">
              <a:defRPr sz="1200"/>
            </a:lvl1pPr>
          </a:lstStyle>
          <a:p>
            <a:fld id="{FACBDC12-F39B-4B97-8F4D-6734F9D366FF}" type="datetimeFigureOut">
              <a:rPr lang="es-ES" smtClean="0"/>
              <a:t>12/06/2026</a:t>
            </a:fld>
            <a:endParaRPr lang="es-ES"/>
          </a:p>
        </p:txBody>
      </p:sp>
      <p:sp>
        <p:nvSpPr>
          <p:cNvPr id="4" name="Marcador de imagen de diapositiva 3"/>
          <p:cNvSpPr>
            <a:spLocks noGrp="1" noRot="1" noChangeAspect="1"/>
          </p:cNvSpPr>
          <p:nvPr>
            <p:ph type="sldImg" idx="2"/>
          </p:nvPr>
        </p:nvSpPr>
        <p:spPr>
          <a:xfrm>
            <a:off x="4038600" y="857250"/>
            <a:ext cx="4114800" cy="2314575"/>
          </a:xfrm>
          <a:prstGeom prst="rect">
            <a:avLst/>
          </a:prstGeom>
          <a:noFill/>
          <a:ln w="12700">
            <a:solidFill>
              <a:prstClr val="black"/>
            </a:solidFill>
          </a:ln>
        </p:spPr>
        <p:txBody>
          <a:bodyPr vert="horz" lIns="91440" tIns="45720" rIns="91440" bIns="45720" rtlCol="0" anchor="ctr"/>
          <a:lstStyle/>
          <a:p>
            <a:endParaRPr lang="es-ES"/>
          </a:p>
        </p:txBody>
      </p:sp>
      <p:sp>
        <p:nvSpPr>
          <p:cNvPr id="5" name="Marcador de notas 4"/>
          <p:cNvSpPr>
            <a:spLocks noGrp="1"/>
          </p:cNvSpPr>
          <p:nvPr>
            <p:ph type="body" sz="quarter" idx="3"/>
          </p:nvPr>
        </p:nvSpPr>
        <p:spPr>
          <a:xfrm>
            <a:off x="1219200" y="3300413"/>
            <a:ext cx="9753600" cy="2700337"/>
          </a:xfrm>
          <a:prstGeom prst="rect">
            <a:avLst/>
          </a:prstGeom>
        </p:spPr>
        <p:txBody>
          <a:bodyPr vert="horz" lIns="91440" tIns="45720" rIns="91440" bIns="45720" rtlCol="0"/>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p>
        </p:txBody>
      </p:sp>
      <p:sp>
        <p:nvSpPr>
          <p:cNvPr id="6" name="Marcador de pie de página 5"/>
          <p:cNvSpPr>
            <a:spLocks noGrp="1"/>
          </p:cNvSpPr>
          <p:nvPr>
            <p:ph type="ftr" sz="quarter" idx="4"/>
          </p:nvPr>
        </p:nvSpPr>
        <p:spPr>
          <a:xfrm>
            <a:off x="0" y="6513513"/>
            <a:ext cx="5283200" cy="344487"/>
          </a:xfrm>
          <a:prstGeom prst="rect">
            <a:avLst/>
          </a:prstGeom>
        </p:spPr>
        <p:txBody>
          <a:bodyPr vert="horz" lIns="91440" tIns="45720" rIns="91440" bIns="45720" rtlCol="0" anchor="b"/>
          <a:lstStyle>
            <a:lvl1pPr algn="l">
              <a:defRPr sz="1200"/>
            </a:lvl1pPr>
          </a:lstStyle>
          <a:p>
            <a:endParaRPr lang="es-ES"/>
          </a:p>
        </p:txBody>
      </p:sp>
      <p:sp>
        <p:nvSpPr>
          <p:cNvPr id="7" name="Marcador de número de diapositiva 6"/>
          <p:cNvSpPr>
            <a:spLocks noGrp="1"/>
          </p:cNvSpPr>
          <p:nvPr>
            <p:ph type="sldNum" sz="quarter" idx="5"/>
          </p:nvPr>
        </p:nvSpPr>
        <p:spPr>
          <a:xfrm>
            <a:off x="6905625" y="6513513"/>
            <a:ext cx="5283200" cy="344487"/>
          </a:xfrm>
          <a:prstGeom prst="rect">
            <a:avLst/>
          </a:prstGeom>
        </p:spPr>
        <p:txBody>
          <a:bodyPr vert="horz" lIns="91440" tIns="45720" rIns="91440" bIns="45720" rtlCol="0" anchor="b"/>
          <a:lstStyle>
            <a:lvl1pPr algn="r">
              <a:defRPr sz="1200"/>
            </a:lvl1pPr>
          </a:lstStyle>
          <a:p>
            <a:fld id="{676223B9-C868-4436-87D9-1A3152E1157A}" type="slidenum">
              <a:rPr lang="es-ES" smtClean="0"/>
              <a:t>‹#›</a:t>
            </a:fld>
            <a:endParaRPr lang="es-ES"/>
          </a:p>
        </p:txBody>
      </p:sp>
    </p:spTree>
    <p:extLst>
      <p:ext uri="{BB962C8B-B14F-4D97-AF65-F5344CB8AC3E}">
        <p14:creationId xmlns:p14="http://schemas.microsoft.com/office/powerpoint/2010/main" val="283421117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ES" dirty="0"/>
          </a:p>
        </p:txBody>
      </p:sp>
      <p:sp>
        <p:nvSpPr>
          <p:cNvPr id="4" name="Marcador de número de diapositiva 3"/>
          <p:cNvSpPr>
            <a:spLocks noGrp="1"/>
          </p:cNvSpPr>
          <p:nvPr>
            <p:ph type="sldNum" sz="quarter" idx="5"/>
          </p:nvPr>
        </p:nvSpPr>
        <p:spPr/>
        <p:txBody>
          <a:bodyPr/>
          <a:lstStyle/>
          <a:p>
            <a:fld id="{676223B9-C868-4436-87D9-1A3152E1157A}" type="slidenum">
              <a:rPr lang="es-ES" smtClean="0"/>
              <a:t>3</a:t>
            </a:fld>
            <a:endParaRPr lang="es-ES"/>
          </a:p>
        </p:txBody>
      </p:sp>
    </p:spTree>
    <p:extLst>
      <p:ext uri="{BB962C8B-B14F-4D97-AF65-F5344CB8AC3E}">
        <p14:creationId xmlns:p14="http://schemas.microsoft.com/office/powerpoint/2010/main" val="209253237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D087AEC-015A-4808-9AC9-382D824E43C5}"/>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7FC03EDA-741F-B6F5-3444-A8D74D690ABA}"/>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C7839219-55CF-753A-3C53-04F6B1E28970}"/>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D04B99BF-32CC-B000-CB3E-0CD66FF7CA7C}"/>
              </a:ext>
            </a:extLst>
          </p:cNvPr>
          <p:cNvSpPr>
            <a:spLocks noGrp="1"/>
          </p:cNvSpPr>
          <p:nvPr>
            <p:ph type="sldNum" sz="quarter" idx="5"/>
          </p:nvPr>
        </p:nvSpPr>
        <p:spPr/>
        <p:txBody>
          <a:bodyPr/>
          <a:lstStyle/>
          <a:p>
            <a:fld id="{676223B9-C868-4436-87D9-1A3152E1157A}" type="slidenum">
              <a:rPr lang="es-ES" smtClean="0"/>
              <a:t>4</a:t>
            </a:fld>
            <a:endParaRPr lang="es-ES"/>
          </a:p>
        </p:txBody>
      </p:sp>
    </p:spTree>
    <p:extLst>
      <p:ext uri="{BB962C8B-B14F-4D97-AF65-F5344CB8AC3E}">
        <p14:creationId xmlns:p14="http://schemas.microsoft.com/office/powerpoint/2010/main" val="2687642475"/>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19F8FC1-08E0-3573-288D-121875289389}"/>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C190BAE6-2A7A-D7EF-E98F-7571C9980F57}"/>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BB39F508-F3B6-CEC3-05C4-2A4BCEF740BD}"/>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8D07F0C6-2033-1BA2-F2C6-B01E53470661}"/>
              </a:ext>
            </a:extLst>
          </p:cNvPr>
          <p:cNvSpPr>
            <a:spLocks noGrp="1"/>
          </p:cNvSpPr>
          <p:nvPr>
            <p:ph type="sldNum" sz="quarter" idx="5"/>
          </p:nvPr>
        </p:nvSpPr>
        <p:spPr/>
        <p:txBody>
          <a:bodyPr/>
          <a:lstStyle/>
          <a:p>
            <a:fld id="{676223B9-C868-4436-87D9-1A3152E1157A}" type="slidenum">
              <a:rPr lang="es-ES" smtClean="0"/>
              <a:t>5</a:t>
            </a:fld>
            <a:endParaRPr lang="es-ES"/>
          </a:p>
        </p:txBody>
      </p:sp>
    </p:spTree>
    <p:extLst>
      <p:ext uri="{BB962C8B-B14F-4D97-AF65-F5344CB8AC3E}">
        <p14:creationId xmlns:p14="http://schemas.microsoft.com/office/powerpoint/2010/main" val="3836319102"/>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E7A8C3A-4D33-2E45-D841-85137986D19B}"/>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A98FC929-82D7-452D-4716-19AB0AD0EECA}"/>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05D689C3-49A9-117F-983D-B520EDE42200}"/>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069FC9B7-45D7-1BB1-DB5D-85C657A35086}"/>
              </a:ext>
            </a:extLst>
          </p:cNvPr>
          <p:cNvSpPr>
            <a:spLocks noGrp="1"/>
          </p:cNvSpPr>
          <p:nvPr>
            <p:ph type="sldNum" sz="quarter" idx="5"/>
          </p:nvPr>
        </p:nvSpPr>
        <p:spPr/>
        <p:txBody>
          <a:bodyPr/>
          <a:lstStyle/>
          <a:p>
            <a:fld id="{676223B9-C868-4436-87D9-1A3152E1157A}" type="slidenum">
              <a:rPr lang="es-ES" smtClean="0"/>
              <a:t>6</a:t>
            </a:fld>
            <a:endParaRPr lang="es-ES"/>
          </a:p>
        </p:txBody>
      </p:sp>
    </p:spTree>
    <p:extLst>
      <p:ext uri="{BB962C8B-B14F-4D97-AF65-F5344CB8AC3E}">
        <p14:creationId xmlns:p14="http://schemas.microsoft.com/office/powerpoint/2010/main" val="1927441248"/>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72C5DD-88E1-0D19-0776-0B9431F42E15}"/>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7214C7DC-45BC-B2BE-9660-794FE4D358CE}"/>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6D4EB64A-5913-D117-BCA7-4F190EF3B4FB}"/>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125EC9BE-C663-95F2-71C1-2BD2E59315AD}"/>
              </a:ext>
            </a:extLst>
          </p:cNvPr>
          <p:cNvSpPr>
            <a:spLocks noGrp="1"/>
          </p:cNvSpPr>
          <p:nvPr>
            <p:ph type="sldNum" sz="quarter" idx="5"/>
          </p:nvPr>
        </p:nvSpPr>
        <p:spPr/>
        <p:txBody>
          <a:bodyPr/>
          <a:lstStyle/>
          <a:p>
            <a:fld id="{676223B9-C868-4436-87D9-1A3152E1157A}" type="slidenum">
              <a:rPr lang="es-ES" smtClean="0"/>
              <a:t>7</a:t>
            </a:fld>
            <a:endParaRPr lang="es-ES"/>
          </a:p>
        </p:txBody>
      </p:sp>
    </p:spTree>
    <p:extLst>
      <p:ext uri="{BB962C8B-B14F-4D97-AF65-F5344CB8AC3E}">
        <p14:creationId xmlns:p14="http://schemas.microsoft.com/office/powerpoint/2010/main" val="4029500592"/>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EE2BF37-98F6-CD9B-2255-0A64B5CEA44D}"/>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AB68927E-2442-0553-FBC8-D3C32BCC5CFE}"/>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36130D77-4D33-EE41-3A9E-4EB6D2419067}"/>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75BAC07D-EBC4-F68A-7BE7-2B2DCCECD5CD}"/>
              </a:ext>
            </a:extLst>
          </p:cNvPr>
          <p:cNvSpPr>
            <a:spLocks noGrp="1"/>
          </p:cNvSpPr>
          <p:nvPr>
            <p:ph type="sldNum" sz="quarter" idx="5"/>
          </p:nvPr>
        </p:nvSpPr>
        <p:spPr/>
        <p:txBody>
          <a:bodyPr/>
          <a:lstStyle/>
          <a:p>
            <a:fld id="{676223B9-C868-4436-87D9-1A3152E1157A}" type="slidenum">
              <a:rPr lang="es-ES" smtClean="0"/>
              <a:t>8</a:t>
            </a:fld>
            <a:endParaRPr lang="es-ES"/>
          </a:p>
        </p:txBody>
      </p:sp>
    </p:spTree>
    <p:extLst>
      <p:ext uri="{BB962C8B-B14F-4D97-AF65-F5344CB8AC3E}">
        <p14:creationId xmlns:p14="http://schemas.microsoft.com/office/powerpoint/2010/main" val="1885431093"/>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20988B3-C141-4645-2F2A-A09F408267B3}"/>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EB22BAD8-B0CC-3164-3027-A210D7EB753B}"/>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33995D4B-1202-927A-28C9-66F35C33AE68}"/>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0156FFEE-1184-FFA2-1E7F-CC9E8439AC53}"/>
              </a:ext>
            </a:extLst>
          </p:cNvPr>
          <p:cNvSpPr>
            <a:spLocks noGrp="1"/>
          </p:cNvSpPr>
          <p:nvPr>
            <p:ph type="sldNum" sz="quarter" idx="5"/>
          </p:nvPr>
        </p:nvSpPr>
        <p:spPr/>
        <p:txBody>
          <a:bodyPr/>
          <a:lstStyle/>
          <a:p>
            <a:fld id="{676223B9-C868-4436-87D9-1A3152E1157A}" type="slidenum">
              <a:rPr lang="es-ES" smtClean="0"/>
              <a:t>9</a:t>
            </a:fld>
            <a:endParaRPr lang="es-ES"/>
          </a:p>
        </p:txBody>
      </p:sp>
    </p:spTree>
    <p:extLst>
      <p:ext uri="{BB962C8B-B14F-4D97-AF65-F5344CB8AC3E}">
        <p14:creationId xmlns:p14="http://schemas.microsoft.com/office/powerpoint/2010/main" val="381095348"/>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C121CDA-9AA9-3249-2E56-9DE9BC777859}"/>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A6F8CF94-D868-1A63-5CFD-E76E21330DF9}"/>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DE1065A5-CC0C-AA1E-C8E4-9BD20F4E01B8}"/>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F8DE9BBA-A829-BADC-47F3-18BE293BE202}"/>
              </a:ext>
            </a:extLst>
          </p:cNvPr>
          <p:cNvSpPr>
            <a:spLocks noGrp="1"/>
          </p:cNvSpPr>
          <p:nvPr>
            <p:ph type="sldNum" sz="quarter" idx="5"/>
          </p:nvPr>
        </p:nvSpPr>
        <p:spPr/>
        <p:txBody>
          <a:bodyPr/>
          <a:lstStyle/>
          <a:p>
            <a:fld id="{676223B9-C868-4436-87D9-1A3152E1157A}" type="slidenum">
              <a:rPr lang="es-ES" smtClean="0"/>
              <a:t>10</a:t>
            </a:fld>
            <a:endParaRPr lang="es-ES"/>
          </a:p>
        </p:txBody>
      </p:sp>
    </p:spTree>
    <p:extLst>
      <p:ext uri="{BB962C8B-B14F-4D97-AF65-F5344CB8AC3E}">
        <p14:creationId xmlns:p14="http://schemas.microsoft.com/office/powerpoint/2010/main" val="269292674"/>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DAD73AD-DAAA-3D8C-3495-D6982F5AB335}"/>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627C22A4-F09A-C254-DDEA-375B2FF1E5F0}"/>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2ED45514-7013-D2EB-91FB-59789145D837}"/>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FB024AA9-6FF4-6B8D-F2E1-919F64C4BDC8}"/>
              </a:ext>
            </a:extLst>
          </p:cNvPr>
          <p:cNvSpPr>
            <a:spLocks noGrp="1"/>
          </p:cNvSpPr>
          <p:nvPr>
            <p:ph type="sldNum" sz="quarter" idx="5"/>
          </p:nvPr>
        </p:nvSpPr>
        <p:spPr/>
        <p:txBody>
          <a:bodyPr/>
          <a:lstStyle/>
          <a:p>
            <a:fld id="{676223B9-C868-4436-87D9-1A3152E1157A}" type="slidenum">
              <a:rPr lang="es-ES" smtClean="0"/>
              <a:t>11</a:t>
            </a:fld>
            <a:endParaRPr lang="es-ES"/>
          </a:p>
        </p:txBody>
      </p:sp>
    </p:spTree>
    <p:extLst>
      <p:ext uri="{BB962C8B-B14F-4D97-AF65-F5344CB8AC3E}">
        <p14:creationId xmlns:p14="http://schemas.microsoft.com/office/powerpoint/2010/main" val="2879273533"/>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96745C4-1512-C7ED-1F1A-0C0398CBDC3B}"/>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E83DDBF7-B6CA-07A1-6994-CD72860B0014}"/>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8196FCF4-24F7-EC89-9750-7C5FC608116F}"/>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1DD44207-8231-A2C7-46EB-7B66260BC324}"/>
              </a:ext>
            </a:extLst>
          </p:cNvPr>
          <p:cNvSpPr>
            <a:spLocks noGrp="1"/>
          </p:cNvSpPr>
          <p:nvPr>
            <p:ph type="sldNum" sz="quarter" idx="5"/>
          </p:nvPr>
        </p:nvSpPr>
        <p:spPr/>
        <p:txBody>
          <a:bodyPr/>
          <a:lstStyle/>
          <a:p>
            <a:fld id="{676223B9-C868-4436-87D9-1A3152E1157A}" type="slidenum">
              <a:rPr lang="es-ES" smtClean="0"/>
              <a:t>12</a:t>
            </a:fld>
            <a:endParaRPr lang="es-ES"/>
          </a:p>
        </p:txBody>
      </p:sp>
    </p:spTree>
    <p:extLst>
      <p:ext uri="{BB962C8B-B14F-4D97-AF65-F5344CB8AC3E}">
        <p14:creationId xmlns:p14="http://schemas.microsoft.com/office/powerpoint/2010/main" val="106897735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7734B72-5E1C-D887-26C2-9BBFD0E6B08C}"/>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6DF4B155-8857-6EB5-5234-BC23FB20E59E}"/>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46ACDB79-1B3E-5CAC-3BDA-19651765AF01}"/>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ED6A0F3D-C358-1539-4E3D-C9B1256518BA}"/>
              </a:ext>
            </a:extLst>
          </p:cNvPr>
          <p:cNvSpPr>
            <a:spLocks noGrp="1"/>
          </p:cNvSpPr>
          <p:nvPr>
            <p:ph type="sldNum" sz="quarter" idx="5"/>
          </p:nvPr>
        </p:nvSpPr>
        <p:spPr/>
        <p:txBody>
          <a:bodyPr/>
          <a:lstStyle/>
          <a:p>
            <a:fld id="{676223B9-C868-4436-87D9-1A3152E1157A}" type="slidenum">
              <a:rPr lang="es-ES" smtClean="0"/>
              <a:t>13</a:t>
            </a:fld>
            <a:endParaRPr lang="es-ES"/>
          </a:p>
        </p:txBody>
      </p:sp>
    </p:spTree>
    <p:extLst>
      <p:ext uri="{BB962C8B-B14F-4D97-AF65-F5344CB8AC3E}">
        <p14:creationId xmlns:p14="http://schemas.microsoft.com/office/powerpoint/2010/main" val="930384762"/>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FF3C35A-F5B5-B2A0-F49E-BDC34A669294}"/>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4520725E-481B-8B65-AB85-234F85D614EF}"/>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9182469C-5666-AEAB-A2FA-C4E327355C2D}"/>
              </a:ext>
            </a:extLst>
          </p:cNvPr>
          <p:cNvSpPr>
            <a:spLocks noGrp="1"/>
          </p:cNvSpPr>
          <p:nvPr>
            <p:ph type="body" idx="1"/>
          </p:nvPr>
        </p:nvSpPr>
        <p:spPr/>
        <p:txBody>
          <a:bodyPr/>
          <a:lstStyle/>
          <a:p>
            <a:endParaRPr lang="es-ES"/>
          </a:p>
        </p:txBody>
      </p:sp>
      <p:sp>
        <p:nvSpPr>
          <p:cNvPr id="4" name="Marcador de número de diapositiva 3">
            <a:extLst>
              <a:ext uri="{FF2B5EF4-FFF2-40B4-BE49-F238E27FC236}">
                <a16:creationId xmlns:a16="http://schemas.microsoft.com/office/drawing/2014/main" id="{42114DFA-2178-9D32-1E53-173C96F8E280}"/>
              </a:ext>
            </a:extLst>
          </p:cNvPr>
          <p:cNvSpPr>
            <a:spLocks noGrp="1"/>
          </p:cNvSpPr>
          <p:nvPr>
            <p:ph type="sldNum" sz="quarter" idx="5"/>
          </p:nvPr>
        </p:nvSpPr>
        <p:spPr/>
        <p:txBody>
          <a:bodyPr/>
          <a:lstStyle/>
          <a:p>
            <a:fld id="{676223B9-C868-4436-87D9-1A3152E1157A}" type="slidenum">
              <a:rPr lang="es-ES" smtClean="0"/>
              <a:t>14</a:t>
            </a:fld>
            <a:endParaRPr lang="es-ES"/>
          </a:p>
        </p:txBody>
      </p:sp>
    </p:spTree>
    <p:extLst>
      <p:ext uri="{BB962C8B-B14F-4D97-AF65-F5344CB8AC3E}">
        <p14:creationId xmlns:p14="http://schemas.microsoft.com/office/powerpoint/2010/main" val="2260437795"/>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7BD2886-2E82-2640-ABC8-DDF5FE2CA87D}"/>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182D417C-A9C7-7800-55DA-91F5D46AB90A}"/>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12D35C2C-01BF-C0F0-1721-31BECB18CD55}"/>
              </a:ext>
            </a:extLst>
          </p:cNvPr>
          <p:cNvSpPr>
            <a:spLocks noGrp="1"/>
          </p:cNvSpPr>
          <p:nvPr>
            <p:ph type="body" idx="1"/>
          </p:nvPr>
        </p:nvSpPr>
        <p:spPr/>
        <p:txBody>
          <a:bodyPr/>
          <a:lstStyle/>
          <a:p>
            <a:endParaRPr lang="es-ES"/>
          </a:p>
        </p:txBody>
      </p:sp>
      <p:sp>
        <p:nvSpPr>
          <p:cNvPr id="4" name="Marcador de número de diapositiva 3">
            <a:extLst>
              <a:ext uri="{FF2B5EF4-FFF2-40B4-BE49-F238E27FC236}">
                <a16:creationId xmlns:a16="http://schemas.microsoft.com/office/drawing/2014/main" id="{5DFA1F01-83EC-6C7F-B1C4-2585EC6299EA}"/>
              </a:ext>
            </a:extLst>
          </p:cNvPr>
          <p:cNvSpPr>
            <a:spLocks noGrp="1"/>
          </p:cNvSpPr>
          <p:nvPr>
            <p:ph type="sldNum" sz="quarter" idx="5"/>
          </p:nvPr>
        </p:nvSpPr>
        <p:spPr/>
        <p:txBody>
          <a:bodyPr/>
          <a:lstStyle/>
          <a:p>
            <a:fld id="{676223B9-C868-4436-87D9-1A3152E1157A}" type="slidenum">
              <a:rPr lang="es-ES" smtClean="0"/>
              <a:t>15</a:t>
            </a:fld>
            <a:endParaRPr lang="es-ES"/>
          </a:p>
        </p:txBody>
      </p:sp>
    </p:spTree>
    <p:extLst>
      <p:ext uri="{BB962C8B-B14F-4D97-AF65-F5344CB8AC3E}">
        <p14:creationId xmlns:p14="http://schemas.microsoft.com/office/powerpoint/2010/main" val="955754625"/>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3B2E674-83B5-0033-F45E-470F8DFC92C4}"/>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3A255B76-1BDC-3E5E-4089-ADB506FE3173}"/>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D4E45221-6BED-8876-B088-9C37487D7EE9}"/>
              </a:ext>
            </a:extLst>
          </p:cNvPr>
          <p:cNvSpPr>
            <a:spLocks noGrp="1"/>
          </p:cNvSpPr>
          <p:nvPr>
            <p:ph type="body" idx="1"/>
          </p:nvPr>
        </p:nvSpPr>
        <p:spPr/>
        <p:txBody>
          <a:bodyPr/>
          <a:lstStyle/>
          <a:p>
            <a:endParaRPr lang="es-ES"/>
          </a:p>
        </p:txBody>
      </p:sp>
      <p:sp>
        <p:nvSpPr>
          <p:cNvPr id="4" name="Marcador de número de diapositiva 3">
            <a:extLst>
              <a:ext uri="{FF2B5EF4-FFF2-40B4-BE49-F238E27FC236}">
                <a16:creationId xmlns:a16="http://schemas.microsoft.com/office/drawing/2014/main" id="{969A28B1-7FDD-104A-3751-1159B3E3AF05}"/>
              </a:ext>
            </a:extLst>
          </p:cNvPr>
          <p:cNvSpPr>
            <a:spLocks noGrp="1"/>
          </p:cNvSpPr>
          <p:nvPr>
            <p:ph type="sldNum" sz="quarter" idx="5"/>
          </p:nvPr>
        </p:nvSpPr>
        <p:spPr/>
        <p:txBody>
          <a:bodyPr/>
          <a:lstStyle/>
          <a:p>
            <a:fld id="{676223B9-C868-4436-87D9-1A3152E1157A}" type="slidenum">
              <a:rPr lang="es-ES" smtClean="0"/>
              <a:t>16</a:t>
            </a:fld>
            <a:endParaRPr lang="es-ES"/>
          </a:p>
        </p:txBody>
      </p:sp>
    </p:spTree>
    <p:extLst>
      <p:ext uri="{BB962C8B-B14F-4D97-AF65-F5344CB8AC3E}">
        <p14:creationId xmlns:p14="http://schemas.microsoft.com/office/powerpoint/2010/main" val="3890967098"/>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9A88469-35DC-9634-DEA8-E463CEF607E4}"/>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415124D4-96FC-46F0-12A6-305B6D081E94}"/>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D8772016-ADA4-DFCC-CFD8-CC67ECBD819D}"/>
              </a:ext>
            </a:extLst>
          </p:cNvPr>
          <p:cNvSpPr>
            <a:spLocks noGrp="1"/>
          </p:cNvSpPr>
          <p:nvPr>
            <p:ph type="body" idx="1"/>
          </p:nvPr>
        </p:nvSpPr>
        <p:spPr/>
        <p:txBody>
          <a:bodyPr/>
          <a:lstStyle/>
          <a:p>
            <a:endParaRPr lang="es-ES"/>
          </a:p>
        </p:txBody>
      </p:sp>
      <p:sp>
        <p:nvSpPr>
          <p:cNvPr id="4" name="Marcador de número de diapositiva 3">
            <a:extLst>
              <a:ext uri="{FF2B5EF4-FFF2-40B4-BE49-F238E27FC236}">
                <a16:creationId xmlns:a16="http://schemas.microsoft.com/office/drawing/2014/main" id="{51AF3CA9-EBCC-34DE-1AC5-75684E207C1A}"/>
              </a:ext>
            </a:extLst>
          </p:cNvPr>
          <p:cNvSpPr>
            <a:spLocks noGrp="1"/>
          </p:cNvSpPr>
          <p:nvPr>
            <p:ph type="sldNum" sz="quarter" idx="5"/>
          </p:nvPr>
        </p:nvSpPr>
        <p:spPr/>
        <p:txBody>
          <a:bodyPr/>
          <a:lstStyle/>
          <a:p>
            <a:fld id="{676223B9-C868-4436-87D9-1A3152E1157A}" type="slidenum">
              <a:rPr lang="es-ES" smtClean="0"/>
              <a:t>17</a:t>
            </a:fld>
            <a:endParaRPr lang="es-ES"/>
          </a:p>
        </p:txBody>
      </p:sp>
    </p:spTree>
    <p:extLst>
      <p:ext uri="{BB962C8B-B14F-4D97-AF65-F5344CB8AC3E}">
        <p14:creationId xmlns:p14="http://schemas.microsoft.com/office/powerpoint/2010/main" val="4247146418"/>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17FFFEB-AD03-F382-7CE7-B324369EC975}"/>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811CD53B-6EAC-3E56-8B55-99D1C08B8C11}"/>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4330454C-961E-E299-D721-9561957E2D0A}"/>
              </a:ext>
            </a:extLst>
          </p:cNvPr>
          <p:cNvSpPr>
            <a:spLocks noGrp="1"/>
          </p:cNvSpPr>
          <p:nvPr>
            <p:ph type="body" idx="1"/>
          </p:nvPr>
        </p:nvSpPr>
        <p:spPr/>
        <p:txBody>
          <a:bodyPr/>
          <a:lstStyle/>
          <a:p>
            <a:endParaRPr lang="es-ES"/>
          </a:p>
        </p:txBody>
      </p:sp>
      <p:sp>
        <p:nvSpPr>
          <p:cNvPr id="4" name="Marcador de número de diapositiva 3">
            <a:extLst>
              <a:ext uri="{FF2B5EF4-FFF2-40B4-BE49-F238E27FC236}">
                <a16:creationId xmlns:a16="http://schemas.microsoft.com/office/drawing/2014/main" id="{EBD998FF-79D0-8C34-8419-D64F385AB851}"/>
              </a:ext>
            </a:extLst>
          </p:cNvPr>
          <p:cNvSpPr>
            <a:spLocks noGrp="1"/>
          </p:cNvSpPr>
          <p:nvPr>
            <p:ph type="sldNum" sz="quarter" idx="5"/>
          </p:nvPr>
        </p:nvSpPr>
        <p:spPr/>
        <p:txBody>
          <a:bodyPr/>
          <a:lstStyle/>
          <a:p>
            <a:fld id="{676223B9-C868-4436-87D9-1A3152E1157A}" type="slidenum">
              <a:rPr lang="es-ES" smtClean="0"/>
              <a:t>18</a:t>
            </a:fld>
            <a:endParaRPr lang="es-ES"/>
          </a:p>
        </p:txBody>
      </p:sp>
    </p:spTree>
    <p:extLst>
      <p:ext uri="{BB962C8B-B14F-4D97-AF65-F5344CB8AC3E}">
        <p14:creationId xmlns:p14="http://schemas.microsoft.com/office/powerpoint/2010/main" val="3785554310"/>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DD87B4A-4B80-8AFC-C2A2-792239FF3424}"/>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AACAA6AD-8455-6F95-55ED-C53580CC24F3}"/>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575008EF-F9B4-6785-B451-7821F54A89E7}"/>
              </a:ext>
            </a:extLst>
          </p:cNvPr>
          <p:cNvSpPr>
            <a:spLocks noGrp="1"/>
          </p:cNvSpPr>
          <p:nvPr>
            <p:ph type="body" idx="1"/>
          </p:nvPr>
        </p:nvSpPr>
        <p:spPr/>
        <p:txBody>
          <a:bodyPr/>
          <a:lstStyle/>
          <a:p>
            <a:endParaRPr lang="es-ES"/>
          </a:p>
        </p:txBody>
      </p:sp>
      <p:sp>
        <p:nvSpPr>
          <p:cNvPr id="4" name="Marcador de número de diapositiva 3">
            <a:extLst>
              <a:ext uri="{FF2B5EF4-FFF2-40B4-BE49-F238E27FC236}">
                <a16:creationId xmlns:a16="http://schemas.microsoft.com/office/drawing/2014/main" id="{62F35B51-0F1A-EC0B-F71A-932E67F26B22}"/>
              </a:ext>
            </a:extLst>
          </p:cNvPr>
          <p:cNvSpPr>
            <a:spLocks noGrp="1"/>
          </p:cNvSpPr>
          <p:nvPr>
            <p:ph type="sldNum" sz="quarter" idx="5"/>
          </p:nvPr>
        </p:nvSpPr>
        <p:spPr/>
        <p:txBody>
          <a:bodyPr/>
          <a:lstStyle/>
          <a:p>
            <a:fld id="{676223B9-C868-4436-87D9-1A3152E1157A}" type="slidenum">
              <a:rPr lang="es-ES" smtClean="0"/>
              <a:t>19</a:t>
            </a:fld>
            <a:endParaRPr lang="es-ES"/>
          </a:p>
        </p:txBody>
      </p:sp>
    </p:spTree>
    <p:extLst>
      <p:ext uri="{BB962C8B-B14F-4D97-AF65-F5344CB8AC3E}">
        <p14:creationId xmlns:p14="http://schemas.microsoft.com/office/powerpoint/2010/main" val="2469902283"/>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E0A31E7-77D6-3F93-C9FD-D41710FEC918}"/>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87F649F3-6FDF-A6BB-DF6D-18715C8D7C63}"/>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67391216-C555-A3E4-DA08-3F7E5F44E4A2}"/>
              </a:ext>
            </a:extLst>
          </p:cNvPr>
          <p:cNvSpPr>
            <a:spLocks noGrp="1"/>
          </p:cNvSpPr>
          <p:nvPr>
            <p:ph type="body" idx="1"/>
          </p:nvPr>
        </p:nvSpPr>
        <p:spPr/>
        <p:txBody>
          <a:bodyPr/>
          <a:lstStyle/>
          <a:p>
            <a:endParaRPr lang="es-ES"/>
          </a:p>
        </p:txBody>
      </p:sp>
      <p:sp>
        <p:nvSpPr>
          <p:cNvPr id="4" name="Marcador de número de diapositiva 3">
            <a:extLst>
              <a:ext uri="{FF2B5EF4-FFF2-40B4-BE49-F238E27FC236}">
                <a16:creationId xmlns:a16="http://schemas.microsoft.com/office/drawing/2014/main" id="{8F2082DC-47EE-E31A-8C8C-0FB8C5B2084E}"/>
              </a:ext>
            </a:extLst>
          </p:cNvPr>
          <p:cNvSpPr>
            <a:spLocks noGrp="1"/>
          </p:cNvSpPr>
          <p:nvPr>
            <p:ph type="sldNum" sz="quarter" idx="5"/>
          </p:nvPr>
        </p:nvSpPr>
        <p:spPr/>
        <p:txBody>
          <a:bodyPr/>
          <a:lstStyle/>
          <a:p>
            <a:fld id="{676223B9-C868-4436-87D9-1A3152E1157A}" type="slidenum">
              <a:rPr lang="es-ES" smtClean="0"/>
              <a:t>20</a:t>
            </a:fld>
            <a:endParaRPr lang="es-ES"/>
          </a:p>
        </p:txBody>
      </p:sp>
    </p:spTree>
    <p:extLst>
      <p:ext uri="{BB962C8B-B14F-4D97-AF65-F5344CB8AC3E}">
        <p14:creationId xmlns:p14="http://schemas.microsoft.com/office/powerpoint/2010/main" val="3644765546"/>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BD07CBD-8D0F-2954-F4DD-B7AA43E31A00}"/>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FDEAECE8-415A-07CD-9D44-2A9AAAD0CD5E}"/>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2353B064-331D-B48D-6D6B-987BCE5D29C8}"/>
              </a:ext>
            </a:extLst>
          </p:cNvPr>
          <p:cNvSpPr>
            <a:spLocks noGrp="1"/>
          </p:cNvSpPr>
          <p:nvPr>
            <p:ph type="body" idx="1"/>
          </p:nvPr>
        </p:nvSpPr>
        <p:spPr/>
        <p:txBody>
          <a:bodyPr/>
          <a:lstStyle/>
          <a:p>
            <a:endParaRPr lang="es-ES"/>
          </a:p>
        </p:txBody>
      </p:sp>
      <p:sp>
        <p:nvSpPr>
          <p:cNvPr id="4" name="Marcador de número de diapositiva 3">
            <a:extLst>
              <a:ext uri="{FF2B5EF4-FFF2-40B4-BE49-F238E27FC236}">
                <a16:creationId xmlns:a16="http://schemas.microsoft.com/office/drawing/2014/main" id="{A4E005B4-6792-44F5-6D02-08D7393FDB78}"/>
              </a:ext>
            </a:extLst>
          </p:cNvPr>
          <p:cNvSpPr>
            <a:spLocks noGrp="1"/>
          </p:cNvSpPr>
          <p:nvPr>
            <p:ph type="sldNum" sz="quarter" idx="5"/>
          </p:nvPr>
        </p:nvSpPr>
        <p:spPr/>
        <p:txBody>
          <a:bodyPr/>
          <a:lstStyle/>
          <a:p>
            <a:fld id="{676223B9-C868-4436-87D9-1A3152E1157A}" type="slidenum">
              <a:rPr lang="es-ES" smtClean="0"/>
              <a:t>21</a:t>
            </a:fld>
            <a:endParaRPr lang="es-ES"/>
          </a:p>
        </p:txBody>
      </p:sp>
    </p:spTree>
    <p:extLst>
      <p:ext uri="{BB962C8B-B14F-4D97-AF65-F5344CB8AC3E}">
        <p14:creationId xmlns:p14="http://schemas.microsoft.com/office/powerpoint/2010/main" val="1650696963"/>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FA4DB6-4E6D-47AF-E707-F783194FECC7}"/>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637346E2-2F06-DBA9-163C-F2EC3DDE295B}"/>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3CD6DCDD-B171-3DFB-8511-2D25A4E36ED3}"/>
              </a:ext>
            </a:extLst>
          </p:cNvPr>
          <p:cNvSpPr>
            <a:spLocks noGrp="1"/>
          </p:cNvSpPr>
          <p:nvPr>
            <p:ph type="body" idx="1"/>
          </p:nvPr>
        </p:nvSpPr>
        <p:spPr/>
        <p:txBody>
          <a:bodyPr/>
          <a:lstStyle/>
          <a:p>
            <a:endParaRPr lang="es-ES"/>
          </a:p>
        </p:txBody>
      </p:sp>
      <p:sp>
        <p:nvSpPr>
          <p:cNvPr id="4" name="Marcador de número de diapositiva 3">
            <a:extLst>
              <a:ext uri="{FF2B5EF4-FFF2-40B4-BE49-F238E27FC236}">
                <a16:creationId xmlns:a16="http://schemas.microsoft.com/office/drawing/2014/main" id="{A33CE941-1DB2-EAC8-DE29-556F7BDED8DE}"/>
              </a:ext>
            </a:extLst>
          </p:cNvPr>
          <p:cNvSpPr>
            <a:spLocks noGrp="1"/>
          </p:cNvSpPr>
          <p:nvPr>
            <p:ph type="sldNum" sz="quarter" idx="5"/>
          </p:nvPr>
        </p:nvSpPr>
        <p:spPr/>
        <p:txBody>
          <a:bodyPr/>
          <a:lstStyle/>
          <a:p>
            <a:fld id="{676223B9-C868-4436-87D9-1A3152E1157A}" type="slidenum">
              <a:rPr lang="es-ES" smtClean="0"/>
              <a:t>22</a:t>
            </a:fld>
            <a:endParaRPr lang="es-ES"/>
          </a:p>
        </p:txBody>
      </p:sp>
    </p:spTree>
    <p:extLst>
      <p:ext uri="{BB962C8B-B14F-4D97-AF65-F5344CB8AC3E}">
        <p14:creationId xmlns:p14="http://schemas.microsoft.com/office/powerpoint/2010/main" val="1432872244"/>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74169CA-A6E9-D0C3-4D3A-6AF908910447}"/>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DEC97DB9-2632-3700-0312-BB76DC46DEE3}"/>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4A897758-8CC0-1479-13D7-87B5FBD747CB}"/>
              </a:ext>
            </a:extLst>
          </p:cNvPr>
          <p:cNvSpPr>
            <a:spLocks noGrp="1"/>
          </p:cNvSpPr>
          <p:nvPr>
            <p:ph type="body" idx="1"/>
          </p:nvPr>
        </p:nvSpPr>
        <p:spPr/>
        <p:txBody>
          <a:bodyPr/>
          <a:lstStyle/>
          <a:p>
            <a:endParaRPr lang="es-ES"/>
          </a:p>
        </p:txBody>
      </p:sp>
      <p:sp>
        <p:nvSpPr>
          <p:cNvPr id="4" name="Marcador de número de diapositiva 3">
            <a:extLst>
              <a:ext uri="{FF2B5EF4-FFF2-40B4-BE49-F238E27FC236}">
                <a16:creationId xmlns:a16="http://schemas.microsoft.com/office/drawing/2014/main" id="{5060DEFB-1A44-3354-5B15-298FF8A10085}"/>
              </a:ext>
            </a:extLst>
          </p:cNvPr>
          <p:cNvSpPr>
            <a:spLocks noGrp="1"/>
          </p:cNvSpPr>
          <p:nvPr>
            <p:ph type="sldNum" sz="quarter" idx="5"/>
          </p:nvPr>
        </p:nvSpPr>
        <p:spPr/>
        <p:txBody>
          <a:bodyPr/>
          <a:lstStyle/>
          <a:p>
            <a:fld id="{676223B9-C868-4436-87D9-1A3152E1157A}" type="slidenum">
              <a:rPr lang="es-ES" smtClean="0"/>
              <a:t>23</a:t>
            </a:fld>
            <a:endParaRPr lang="es-ES"/>
          </a:p>
        </p:txBody>
      </p:sp>
    </p:spTree>
    <p:extLst>
      <p:ext uri="{BB962C8B-B14F-4D97-AF65-F5344CB8AC3E}">
        <p14:creationId xmlns:p14="http://schemas.microsoft.com/office/powerpoint/2010/main" val="1576459404"/>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4AB6994-308C-A19F-97A2-A7EDC2496A2B}"/>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111A0F28-8415-2C14-D008-7E13BE158AEF}"/>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42076D30-A124-184E-8295-000F73242118}"/>
              </a:ext>
            </a:extLst>
          </p:cNvPr>
          <p:cNvSpPr>
            <a:spLocks noGrp="1"/>
          </p:cNvSpPr>
          <p:nvPr>
            <p:ph type="body" idx="1"/>
          </p:nvPr>
        </p:nvSpPr>
        <p:spPr/>
        <p:txBody>
          <a:bodyPr/>
          <a:lstStyle/>
          <a:p>
            <a:endParaRPr lang="es-ES"/>
          </a:p>
        </p:txBody>
      </p:sp>
      <p:sp>
        <p:nvSpPr>
          <p:cNvPr id="4" name="Marcador de número de diapositiva 3">
            <a:extLst>
              <a:ext uri="{FF2B5EF4-FFF2-40B4-BE49-F238E27FC236}">
                <a16:creationId xmlns:a16="http://schemas.microsoft.com/office/drawing/2014/main" id="{9338096D-210A-3D44-1E48-DE81FC52D744}"/>
              </a:ext>
            </a:extLst>
          </p:cNvPr>
          <p:cNvSpPr>
            <a:spLocks noGrp="1"/>
          </p:cNvSpPr>
          <p:nvPr>
            <p:ph type="sldNum" sz="quarter" idx="5"/>
          </p:nvPr>
        </p:nvSpPr>
        <p:spPr/>
        <p:txBody>
          <a:bodyPr/>
          <a:lstStyle/>
          <a:p>
            <a:fld id="{676223B9-C868-4436-87D9-1A3152E1157A}" type="slidenum">
              <a:rPr lang="es-ES" smtClean="0"/>
              <a:t>24</a:t>
            </a:fld>
            <a:endParaRPr lang="es-ES"/>
          </a:p>
        </p:txBody>
      </p:sp>
    </p:spTree>
    <p:extLst>
      <p:ext uri="{BB962C8B-B14F-4D97-AF65-F5344CB8AC3E}">
        <p14:creationId xmlns:p14="http://schemas.microsoft.com/office/powerpoint/2010/main" val="2476966789"/>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10B355E-96E5-E4BC-281D-57AC820B98CF}"/>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CDF0D8E6-F774-E34C-68F9-6168C2418E28}"/>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39214FCA-B36F-636A-FACB-309234F45B52}"/>
              </a:ext>
            </a:extLst>
          </p:cNvPr>
          <p:cNvSpPr>
            <a:spLocks noGrp="1"/>
          </p:cNvSpPr>
          <p:nvPr>
            <p:ph type="body" idx="1"/>
          </p:nvPr>
        </p:nvSpPr>
        <p:spPr/>
        <p:txBody>
          <a:bodyPr/>
          <a:lstStyle/>
          <a:p>
            <a:endParaRPr lang="es-ES"/>
          </a:p>
        </p:txBody>
      </p:sp>
      <p:sp>
        <p:nvSpPr>
          <p:cNvPr id="4" name="Marcador de número de diapositiva 3">
            <a:extLst>
              <a:ext uri="{FF2B5EF4-FFF2-40B4-BE49-F238E27FC236}">
                <a16:creationId xmlns:a16="http://schemas.microsoft.com/office/drawing/2014/main" id="{A52484D7-FC02-BF4A-13AC-6236D629CF02}"/>
              </a:ext>
            </a:extLst>
          </p:cNvPr>
          <p:cNvSpPr>
            <a:spLocks noGrp="1"/>
          </p:cNvSpPr>
          <p:nvPr>
            <p:ph type="sldNum" sz="quarter" idx="5"/>
          </p:nvPr>
        </p:nvSpPr>
        <p:spPr/>
        <p:txBody>
          <a:bodyPr/>
          <a:lstStyle/>
          <a:p>
            <a:fld id="{676223B9-C868-4436-87D9-1A3152E1157A}" type="slidenum">
              <a:rPr lang="es-ES" smtClean="0"/>
              <a:t>25</a:t>
            </a:fld>
            <a:endParaRPr lang="es-ES"/>
          </a:p>
        </p:txBody>
      </p:sp>
    </p:spTree>
    <p:extLst>
      <p:ext uri="{BB962C8B-B14F-4D97-AF65-F5344CB8AC3E}">
        <p14:creationId xmlns:p14="http://schemas.microsoft.com/office/powerpoint/2010/main" val="2409600854"/>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3145687-FFEC-A9E9-5B65-D61E28B898D9}"/>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F5CEC72A-B169-26D7-1637-4126AA3E5F35}"/>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5BAF50B9-82AB-B5D5-4DB5-BA379A2E4D89}"/>
              </a:ext>
            </a:extLst>
          </p:cNvPr>
          <p:cNvSpPr>
            <a:spLocks noGrp="1"/>
          </p:cNvSpPr>
          <p:nvPr>
            <p:ph type="body" idx="1"/>
          </p:nvPr>
        </p:nvSpPr>
        <p:spPr/>
        <p:txBody>
          <a:bodyPr/>
          <a:lstStyle/>
          <a:p>
            <a:endParaRPr lang="es-ES"/>
          </a:p>
        </p:txBody>
      </p:sp>
      <p:sp>
        <p:nvSpPr>
          <p:cNvPr id="4" name="Marcador de número de diapositiva 3">
            <a:extLst>
              <a:ext uri="{FF2B5EF4-FFF2-40B4-BE49-F238E27FC236}">
                <a16:creationId xmlns:a16="http://schemas.microsoft.com/office/drawing/2014/main" id="{74BFCE49-570C-4F39-DC51-566A500829DD}"/>
              </a:ext>
            </a:extLst>
          </p:cNvPr>
          <p:cNvSpPr>
            <a:spLocks noGrp="1"/>
          </p:cNvSpPr>
          <p:nvPr>
            <p:ph type="sldNum" sz="quarter" idx="5"/>
          </p:nvPr>
        </p:nvSpPr>
        <p:spPr/>
        <p:txBody>
          <a:bodyPr/>
          <a:lstStyle/>
          <a:p>
            <a:fld id="{676223B9-C868-4436-87D9-1A3152E1157A}" type="slidenum">
              <a:rPr lang="es-ES" smtClean="0"/>
              <a:t>26</a:t>
            </a:fld>
            <a:endParaRPr lang="es-ES"/>
          </a:p>
        </p:txBody>
      </p:sp>
    </p:spTree>
    <p:extLst>
      <p:ext uri="{BB962C8B-B14F-4D97-AF65-F5344CB8AC3E}">
        <p14:creationId xmlns:p14="http://schemas.microsoft.com/office/powerpoint/2010/main" val="1569031459"/>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C473700-C369-A407-E751-557B5D298685}"/>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F49F3D23-7BB3-5C87-24E3-3280E1B945A8}"/>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FD89F36B-DA45-082E-4DDE-2FE5DD953BBF}"/>
              </a:ext>
            </a:extLst>
          </p:cNvPr>
          <p:cNvSpPr>
            <a:spLocks noGrp="1"/>
          </p:cNvSpPr>
          <p:nvPr>
            <p:ph type="body" idx="1"/>
          </p:nvPr>
        </p:nvSpPr>
        <p:spPr/>
        <p:txBody>
          <a:bodyPr/>
          <a:lstStyle/>
          <a:p>
            <a:endParaRPr lang="es-ES"/>
          </a:p>
        </p:txBody>
      </p:sp>
      <p:sp>
        <p:nvSpPr>
          <p:cNvPr id="4" name="Marcador de número de diapositiva 3">
            <a:extLst>
              <a:ext uri="{FF2B5EF4-FFF2-40B4-BE49-F238E27FC236}">
                <a16:creationId xmlns:a16="http://schemas.microsoft.com/office/drawing/2014/main" id="{5CC877B2-8E9B-C465-0579-A4220679E2DF}"/>
              </a:ext>
            </a:extLst>
          </p:cNvPr>
          <p:cNvSpPr>
            <a:spLocks noGrp="1"/>
          </p:cNvSpPr>
          <p:nvPr>
            <p:ph type="sldNum" sz="quarter" idx="5"/>
          </p:nvPr>
        </p:nvSpPr>
        <p:spPr/>
        <p:txBody>
          <a:bodyPr/>
          <a:lstStyle/>
          <a:p>
            <a:fld id="{676223B9-C868-4436-87D9-1A3152E1157A}" type="slidenum">
              <a:rPr lang="es-ES" smtClean="0"/>
              <a:t>27</a:t>
            </a:fld>
            <a:endParaRPr lang="es-ES"/>
          </a:p>
        </p:txBody>
      </p:sp>
    </p:spTree>
    <p:extLst>
      <p:ext uri="{BB962C8B-B14F-4D97-AF65-F5344CB8AC3E}">
        <p14:creationId xmlns:p14="http://schemas.microsoft.com/office/powerpoint/2010/main" val="38804636"/>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930F10D-2F35-B2C3-593B-C0D5FC7946E9}"/>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70003CFE-767F-E70A-F0D1-4E34E52CFC30}"/>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00BE137C-4B12-52A2-B704-CBDB2F3A871D}"/>
              </a:ext>
            </a:extLst>
          </p:cNvPr>
          <p:cNvSpPr>
            <a:spLocks noGrp="1"/>
          </p:cNvSpPr>
          <p:nvPr>
            <p:ph type="body" idx="1"/>
          </p:nvPr>
        </p:nvSpPr>
        <p:spPr/>
        <p:txBody>
          <a:bodyPr/>
          <a:lstStyle/>
          <a:p>
            <a:endParaRPr lang="es-ES"/>
          </a:p>
        </p:txBody>
      </p:sp>
      <p:sp>
        <p:nvSpPr>
          <p:cNvPr id="4" name="Marcador de número de diapositiva 3">
            <a:extLst>
              <a:ext uri="{FF2B5EF4-FFF2-40B4-BE49-F238E27FC236}">
                <a16:creationId xmlns:a16="http://schemas.microsoft.com/office/drawing/2014/main" id="{2A593A48-475E-A9F3-8CDF-741228BC58F5}"/>
              </a:ext>
            </a:extLst>
          </p:cNvPr>
          <p:cNvSpPr>
            <a:spLocks noGrp="1"/>
          </p:cNvSpPr>
          <p:nvPr>
            <p:ph type="sldNum" sz="quarter" idx="5"/>
          </p:nvPr>
        </p:nvSpPr>
        <p:spPr/>
        <p:txBody>
          <a:bodyPr/>
          <a:lstStyle/>
          <a:p>
            <a:fld id="{676223B9-C868-4436-87D9-1A3152E1157A}" type="slidenum">
              <a:rPr lang="es-ES" smtClean="0"/>
              <a:t>28</a:t>
            </a:fld>
            <a:endParaRPr lang="es-ES"/>
          </a:p>
        </p:txBody>
      </p:sp>
    </p:spTree>
    <p:extLst>
      <p:ext uri="{BB962C8B-B14F-4D97-AF65-F5344CB8AC3E}">
        <p14:creationId xmlns:p14="http://schemas.microsoft.com/office/powerpoint/2010/main" val="1497479286"/>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6A69532-C59E-360D-4D3C-5BA202EB5690}"/>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58E2B812-2031-291E-FD7B-D2FA32CE7618}"/>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17EE92F7-E7DA-75C4-EF33-B3C27A41473C}"/>
              </a:ext>
            </a:extLst>
          </p:cNvPr>
          <p:cNvSpPr>
            <a:spLocks noGrp="1"/>
          </p:cNvSpPr>
          <p:nvPr>
            <p:ph type="body" idx="1"/>
          </p:nvPr>
        </p:nvSpPr>
        <p:spPr/>
        <p:txBody>
          <a:bodyPr/>
          <a:lstStyle/>
          <a:p>
            <a:endParaRPr lang="es-ES"/>
          </a:p>
        </p:txBody>
      </p:sp>
      <p:sp>
        <p:nvSpPr>
          <p:cNvPr id="4" name="Marcador de número de diapositiva 3">
            <a:extLst>
              <a:ext uri="{FF2B5EF4-FFF2-40B4-BE49-F238E27FC236}">
                <a16:creationId xmlns:a16="http://schemas.microsoft.com/office/drawing/2014/main" id="{FEC3DC18-9CBC-3B17-0997-B44C27D3EEEE}"/>
              </a:ext>
            </a:extLst>
          </p:cNvPr>
          <p:cNvSpPr>
            <a:spLocks noGrp="1"/>
          </p:cNvSpPr>
          <p:nvPr>
            <p:ph type="sldNum" sz="quarter" idx="5"/>
          </p:nvPr>
        </p:nvSpPr>
        <p:spPr/>
        <p:txBody>
          <a:bodyPr/>
          <a:lstStyle/>
          <a:p>
            <a:fld id="{676223B9-C868-4436-87D9-1A3152E1157A}" type="slidenum">
              <a:rPr lang="es-ES" smtClean="0"/>
              <a:t>29</a:t>
            </a:fld>
            <a:endParaRPr lang="es-ES"/>
          </a:p>
        </p:txBody>
      </p:sp>
    </p:spTree>
    <p:extLst>
      <p:ext uri="{BB962C8B-B14F-4D97-AF65-F5344CB8AC3E}">
        <p14:creationId xmlns:p14="http://schemas.microsoft.com/office/powerpoint/2010/main" val="4074409640"/>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obj" preserve="1">
  <p:cSld name="Title Slide">
    <p:spTree>
      <p:nvGrpSpPr>
        <p:cNvPr id="1" name=""/>
        <p:cNvGrpSpPr/>
        <p:nvPr/>
      </p:nvGrpSpPr>
      <p:grpSpPr>
        <a:xfrm>
          <a:off x="0" y="0"/>
          <a:ext cx="0" cy="0"/>
          <a:chOff x="0" y="0"/>
          <a:chExt cx="0" cy="0"/>
        </a:xfrm>
      </p:grpSpPr>
      <p:sp>
        <p:nvSpPr>
          <p:cNvPr id="2" name="Holder 2"/>
          <p:cNvSpPr>
            <a:spLocks noGrp="1"/>
          </p:cNvSpPr>
          <p:nvPr>
            <p:ph type="ctrTitle"/>
          </p:nvPr>
        </p:nvSpPr>
        <p:spPr>
          <a:xfrm>
            <a:off x="914400" y="2125980"/>
            <a:ext cx="10363200" cy="1440180"/>
          </a:xfrm>
          <a:prstGeom prst="rect">
            <a:avLst/>
          </a:prstGeom>
        </p:spPr>
        <p:txBody>
          <a:bodyPr wrap="square" lIns="0" tIns="0" rIns="0" bIns="0">
            <a:spAutoFit/>
          </a:bodyPr>
          <a:lstStyle>
            <a:lvl1pPr>
              <a:defRPr/>
            </a:lvl1pPr>
          </a:lstStyle>
          <a:p>
            <a:endParaRPr/>
          </a:p>
        </p:txBody>
      </p:sp>
      <p:sp>
        <p:nvSpPr>
          <p:cNvPr id="3" name="Holder 3"/>
          <p:cNvSpPr>
            <a:spLocks noGrp="1"/>
          </p:cNvSpPr>
          <p:nvPr>
            <p:ph type="subTitle" idx="4"/>
          </p:nvPr>
        </p:nvSpPr>
        <p:spPr>
          <a:xfrm>
            <a:off x="1828800" y="3840480"/>
            <a:ext cx="8534400" cy="1714500"/>
          </a:xfrm>
          <a:prstGeom prst="rect">
            <a:avLst/>
          </a:prstGeom>
        </p:spPr>
        <p:txBody>
          <a:bodyPr wrap="square" lIns="0" tIns="0" rIns="0" bIns="0">
            <a:spAutoFit/>
          </a:bodyPr>
          <a:lstStyle>
            <a:lvl1pPr>
              <a:defRPr/>
            </a:lvl1pPr>
          </a:lstStyle>
          <a:p>
            <a:endParaRPr/>
          </a:p>
        </p:txBody>
      </p:sp>
      <p:sp>
        <p:nvSpPr>
          <p:cNvPr id="4" name="Holder 4"/>
          <p:cNvSpPr>
            <a:spLocks noGrp="1"/>
          </p:cNvSpPr>
          <p:nvPr>
            <p:ph type="ftr" sz="quarter" idx="5"/>
          </p:nvPr>
        </p:nvSpPr>
        <p:spPr/>
        <p:txBody>
          <a:bodyPr lIns="0" tIns="0" rIns="0" bIns="0"/>
          <a:lstStyle>
            <a:lvl1pPr>
              <a:defRPr sz="900" b="0" i="0">
                <a:solidFill>
                  <a:srgbClr val="585858"/>
                </a:solidFill>
                <a:latin typeface="Arial"/>
                <a:cs typeface="Arial"/>
              </a:defRPr>
            </a:lvl1pPr>
          </a:lstStyle>
          <a:p>
            <a:pPr marL="12700">
              <a:lnSpc>
                <a:spcPct val="100000"/>
              </a:lnSpc>
              <a:spcBef>
                <a:spcPts val="15"/>
              </a:spcBef>
            </a:pPr>
            <a:r>
              <a:rPr lang="es-ES" spc="-5"/>
              <a:t>LAB 4.0. LAYOUT</a:t>
            </a:r>
            <a:endParaRPr spc="-5" dirty="0"/>
          </a:p>
        </p:txBody>
      </p:sp>
      <p:sp>
        <p:nvSpPr>
          <p:cNvPr id="5" name="Holder 5"/>
          <p:cNvSpPr>
            <a:spLocks noGrp="1"/>
          </p:cNvSpPr>
          <p:nvPr>
            <p:ph type="dt" sz="half" idx="6"/>
          </p:nvPr>
        </p:nvSpPr>
        <p:spPr/>
        <p:txBody>
          <a:bodyPr lIns="0" tIns="0" rIns="0" bIns="0"/>
          <a:lstStyle>
            <a:lvl1pPr algn="l">
              <a:defRPr>
                <a:solidFill>
                  <a:schemeClr val="tx1">
                    <a:tint val="75000"/>
                  </a:schemeClr>
                </a:solidFill>
              </a:defRPr>
            </a:lvl1pPr>
          </a:lstStyle>
          <a:p>
            <a:endParaRPr lang="en-US"/>
          </a:p>
        </p:txBody>
      </p:sp>
      <p:sp>
        <p:nvSpPr>
          <p:cNvPr id="6" name="Holder 6"/>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Holder 2"/>
          <p:cNvSpPr>
            <a:spLocks noGrp="1"/>
          </p:cNvSpPr>
          <p:nvPr>
            <p:ph type="title"/>
          </p:nvPr>
        </p:nvSpPr>
        <p:spPr>
          <a:xfrm>
            <a:off x="590550" y="206752"/>
            <a:ext cx="10991850" cy="307777"/>
          </a:xfrm>
        </p:spPr>
        <p:txBody>
          <a:bodyPr lIns="0" tIns="0" rIns="0" bIns="0"/>
          <a:lstStyle>
            <a:lvl1pPr>
              <a:defRPr sz="2000" b="1" i="0">
                <a:solidFill>
                  <a:schemeClr val="tx1"/>
                </a:solidFill>
                <a:latin typeface="Calibri"/>
                <a:cs typeface="Calibri"/>
              </a:defRPr>
            </a:lvl1pPr>
          </a:lstStyle>
          <a:p>
            <a:endParaRPr dirty="0"/>
          </a:p>
        </p:txBody>
      </p:sp>
      <p:sp>
        <p:nvSpPr>
          <p:cNvPr id="3" name="Holder 3"/>
          <p:cNvSpPr>
            <a:spLocks noGrp="1"/>
          </p:cNvSpPr>
          <p:nvPr>
            <p:ph type="body" idx="1"/>
          </p:nvPr>
        </p:nvSpPr>
        <p:spPr>
          <a:xfrm>
            <a:off x="609600" y="2152910"/>
            <a:ext cx="10972800" cy="3950710"/>
          </a:xfrm>
        </p:spPr>
        <p:txBody>
          <a:bodyPr lIns="0" tIns="0" rIns="0" bIns="0"/>
          <a:lstStyle>
            <a:lvl1pPr>
              <a:defRPr/>
            </a:lvl1pPr>
          </a:lstStyle>
          <a:p>
            <a:endParaRPr dirty="0"/>
          </a:p>
        </p:txBody>
      </p:sp>
      <p:sp>
        <p:nvSpPr>
          <p:cNvPr id="4" name="Holder 4"/>
          <p:cNvSpPr>
            <a:spLocks noGrp="1"/>
          </p:cNvSpPr>
          <p:nvPr>
            <p:ph type="ftr" sz="quarter" idx="5"/>
          </p:nvPr>
        </p:nvSpPr>
        <p:spPr>
          <a:xfrm>
            <a:off x="609600" y="6457057"/>
            <a:ext cx="2743200" cy="184666"/>
          </a:xfrm>
        </p:spPr>
        <p:txBody>
          <a:bodyPr lIns="0" tIns="0" rIns="0" bIns="0" anchor="ctr"/>
          <a:lstStyle>
            <a:lvl1pPr>
              <a:defRPr sz="1200" b="0" i="0">
                <a:solidFill>
                  <a:srgbClr val="585858"/>
                </a:solidFill>
                <a:latin typeface="Arial"/>
                <a:cs typeface="Arial"/>
              </a:defRPr>
            </a:lvl1pPr>
          </a:lstStyle>
          <a:p>
            <a:pPr marL="12700">
              <a:spcBef>
                <a:spcPts val="15"/>
              </a:spcBef>
            </a:pPr>
            <a:r>
              <a:rPr lang="es-ES" spc="-5"/>
              <a:t>LAB 4.0. LAYOUT</a:t>
            </a:r>
            <a:endParaRPr lang="es-ES" spc="-5" dirty="0"/>
          </a:p>
        </p:txBody>
      </p:sp>
      <p:sp>
        <p:nvSpPr>
          <p:cNvPr id="6" name="Holder 6"/>
          <p:cNvSpPr>
            <a:spLocks noGrp="1"/>
          </p:cNvSpPr>
          <p:nvPr>
            <p:ph type="sldNum" sz="quarter" idx="7"/>
          </p:nvPr>
        </p:nvSpPr>
        <p:spPr>
          <a:xfrm>
            <a:off x="9311640" y="6377940"/>
            <a:ext cx="2804160" cy="342900"/>
          </a:xfrm>
        </p:spPr>
        <p:txBody>
          <a:bodyPr lIns="0" tIns="0" rIns="0" bIns="0"/>
          <a:lstStyle>
            <a:lvl1pPr algn="r">
              <a:defRPr>
                <a:solidFill>
                  <a:schemeClr val="tx1">
                    <a:tint val="75000"/>
                  </a:schemeClr>
                </a:solidFill>
              </a:defRPr>
            </a:lvl1pPr>
          </a:lstStyle>
          <a:p>
            <a:fld id="{B6F15528-21DE-4FAA-801E-634DDDAF4B2B}" type="slidenum">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Two Content">
    <p:spTree>
      <p:nvGrpSpPr>
        <p:cNvPr id="1" name=""/>
        <p:cNvGrpSpPr/>
        <p:nvPr/>
      </p:nvGrpSpPr>
      <p:grpSpPr>
        <a:xfrm>
          <a:off x="0" y="0"/>
          <a:ext cx="0" cy="0"/>
          <a:chOff x="0" y="0"/>
          <a:chExt cx="0" cy="0"/>
        </a:xfrm>
      </p:grpSpPr>
      <p:sp>
        <p:nvSpPr>
          <p:cNvPr id="2" name="Holder 2"/>
          <p:cNvSpPr>
            <a:spLocks noGrp="1"/>
          </p:cNvSpPr>
          <p:nvPr>
            <p:ph type="title"/>
          </p:nvPr>
        </p:nvSpPr>
        <p:spPr/>
        <p:txBody>
          <a:bodyPr lIns="0" tIns="0" rIns="0" bIns="0"/>
          <a:lstStyle>
            <a:lvl1pPr>
              <a:defRPr sz="1600" b="0" i="0">
                <a:solidFill>
                  <a:schemeClr val="tx1"/>
                </a:solidFill>
                <a:latin typeface="Calibri"/>
                <a:cs typeface="Calibri"/>
              </a:defRPr>
            </a:lvl1pPr>
          </a:lstStyle>
          <a:p>
            <a:endParaRPr/>
          </a:p>
        </p:txBody>
      </p:sp>
      <p:sp>
        <p:nvSpPr>
          <p:cNvPr id="3" name="Holder 3"/>
          <p:cNvSpPr>
            <a:spLocks noGrp="1"/>
          </p:cNvSpPr>
          <p:nvPr>
            <p:ph sz="half" idx="2"/>
          </p:nvPr>
        </p:nvSpPr>
        <p:spPr>
          <a:xfrm>
            <a:off x="609600" y="1577340"/>
            <a:ext cx="5303520" cy="4526280"/>
          </a:xfrm>
          <a:prstGeom prst="rect">
            <a:avLst/>
          </a:prstGeom>
        </p:spPr>
        <p:txBody>
          <a:bodyPr wrap="square" lIns="0" tIns="0" rIns="0" bIns="0">
            <a:spAutoFit/>
          </a:bodyPr>
          <a:lstStyle>
            <a:lvl1pPr>
              <a:defRPr/>
            </a:lvl1pPr>
          </a:lstStyle>
          <a:p>
            <a:endParaRPr/>
          </a:p>
        </p:txBody>
      </p:sp>
      <p:sp>
        <p:nvSpPr>
          <p:cNvPr id="4" name="Holder 4"/>
          <p:cNvSpPr>
            <a:spLocks noGrp="1"/>
          </p:cNvSpPr>
          <p:nvPr>
            <p:ph sz="half" idx="3"/>
          </p:nvPr>
        </p:nvSpPr>
        <p:spPr>
          <a:xfrm>
            <a:off x="6278880" y="1577340"/>
            <a:ext cx="5303520" cy="4526280"/>
          </a:xfrm>
          <a:prstGeom prst="rect">
            <a:avLst/>
          </a:prstGeom>
        </p:spPr>
        <p:txBody>
          <a:bodyPr wrap="square" lIns="0" tIns="0" rIns="0" bIns="0">
            <a:spAutoFit/>
          </a:bodyPr>
          <a:lstStyle>
            <a:lvl1pPr>
              <a:defRPr/>
            </a:lvl1pPr>
          </a:lstStyle>
          <a:p>
            <a:endParaRPr/>
          </a:p>
        </p:txBody>
      </p:sp>
      <p:sp>
        <p:nvSpPr>
          <p:cNvPr id="5" name="Holder 5"/>
          <p:cNvSpPr>
            <a:spLocks noGrp="1"/>
          </p:cNvSpPr>
          <p:nvPr>
            <p:ph type="ftr" sz="quarter" idx="5"/>
          </p:nvPr>
        </p:nvSpPr>
        <p:spPr/>
        <p:txBody>
          <a:bodyPr lIns="0" tIns="0" rIns="0" bIns="0"/>
          <a:lstStyle>
            <a:lvl1pPr>
              <a:defRPr sz="900" b="0" i="0">
                <a:solidFill>
                  <a:srgbClr val="585858"/>
                </a:solidFill>
                <a:latin typeface="Arial"/>
                <a:cs typeface="Arial"/>
              </a:defRPr>
            </a:lvl1pPr>
          </a:lstStyle>
          <a:p>
            <a:pPr marL="12700">
              <a:lnSpc>
                <a:spcPct val="100000"/>
              </a:lnSpc>
              <a:spcBef>
                <a:spcPts val="15"/>
              </a:spcBef>
            </a:pPr>
            <a:r>
              <a:rPr lang="es-ES" spc="-5"/>
              <a:t>LAB 4.0. LAYOUT</a:t>
            </a:r>
            <a:endParaRPr spc="-5" dirty="0"/>
          </a:p>
        </p:txBody>
      </p:sp>
      <p:sp>
        <p:nvSpPr>
          <p:cNvPr id="6" name="Holder 6"/>
          <p:cNvSpPr>
            <a:spLocks noGrp="1"/>
          </p:cNvSpPr>
          <p:nvPr>
            <p:ph type="dt" sz="half" idx="6"/>
          </p:nvPr>
        </p:nvSpPr>
        <p:spPr/>
        <p:txBody>
          <a:bodyPr lIns="0" tIns="0" rIns="0" bIns="0"/>
          <a:lstStyle>
            <a:lvl1pPr algn="l">
              <a:defRPr>
                <a:solidFill>
                  <a:schemeClr val="tx1">
                    <a:tint val="75000"/>
                  </a:schemeClr>
                </a:solidFill>
              </a:defRPr>
            </a:lvl1pPr>
          </a:lstStyle>
          <a:p>
            <a:endParaRPr lang="en-US"/>
          </a:p>
        </p:txBody>
      </p:sp>
      <p:sp>
        <p:nvSpPr>
          <p:cNvPr id="7" name="Holder 7"/>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type="obj" preserve="1">
  <p:cSld name="Title Only">
    <p:bg>
      <p:bgPr>
        <a:solidFill>
          <a:schemeClr val="bg1"/>
        </a:solidFill>
        <a:effectLst/>
      </p:bgPr>
    </p:bg>
    <p:spTree>
      <p:nvGrpSpPr>
        <p:cNvPr id="1" name=""/>
        <p:cNvGrpSpPr/>
        <p:nvPr/>
      </p:nvGrpSpPr>
      <p:grpSpPr>
        <a:xfrm>
          <a:off x="0" y="0"/>
          <a:ext cx="0" cy="0"/>
          <a:chOff x="0" y="0"/>
          <a:chExt cx="0" cy="0"/>
        </a:xfrm>
      </p:grpSpPr>
      <p:sp>
        <p:nvSpPr>
          <p:cNvPr id="16" name="bk object 16"/>
          <p:cNvSpPr/>
          <p:nvPr/>
        </p:nvSpPr>
        <p:spPr>
          <a:xfrm>
            <a:off x="0" y="2636520"/>
            <a:ext cx="3944620" cy="1584960"/>
          </a:xfrm>
          <a:custGeom>
            <a:avLst/>
            <a:gdLst/>
            <a:ahLst/>
            <a:cxnLst/>
            <a:rect l="l" t="t" r="r" b="b"/>
            <a:pathLst>
              <a:path w="3944620" h="1584960">
                <a:moveTo>
                  <a:pt x="0" y="1584959"/>
                </a:moveTo>
                <a:lnTo>
                  <a:pt x="3944112" y="1584959"/>
                </a:lnTo>
                <a:lnTo>
                  <a:pt x="3944112" y="0"/>
                </a:lnTo>
                <a:lnTo>
                  <a:pt x="0" y="0"/>
                </a:lnTo>
                <a:lnTo>
                  <a:pt x="0" y="1584959"/>
                </a:lnTo>
                <a:close/>
              </a:path>
            </a:pathLst>
          </a:custGeom>
          <a:solidFill>
            <a:srgbClr val="000000"/>
          </a:solidFill>
        </p:spPr>
        <p:txBody>
          <a:bodyPr wrap="square" lIns="0" tIns="0" rIns="0" bIns="0" rtlCol="0"/>
          <a:lstStyle/>
          <a:p>
            <a:endParaRPr/>
          </a:p>
        </p:txBody>
      </p:sp>
      <p:sp>
        <p:nvSpPr>
          <p:cNvPr id="17" name="bk object 17"/>
          <p:cNvSpPr/>
          <p:nvPr/>
        </p:nvSpPr>
        <p:spPr>
          <a:xfrm>
            <a:off x="771144" y="2951988"/>
            <a:ext cx="2403348" cy="954024"/>
          </a:xfrm>
          <a:prstGeom prst="rect">
            <a:avLst/>
          </a:prstGeom>
          <a:blipFill>
            <a:blip r:embed="rId2" cstate="print"/>
            <a:stretch>
              <a:fillRect/>
            </a:stretch>
          </a:blipFill>
        </p:spPr>
        <p:txBody>
          <a:bodyPr wrap="square" lIns="0" tIns="0" rIns="0" bIns="0" rtlCol="0"/>
          <a:lstStyle/>
          <a:p>
            <a:endParaRPr/>
          </a:p>
        </p:txBody>
      </p:sp>
      <p:sp>
        <p:nvSpPr>
          <p:cNvPr id="2" name="Holder 2"/>
          <p:cNvSpPr>
            <a:spLocks noGrp="1"/>
          </p:cNvSpPr>
          <p:nvPr>
            <p:ph type="title"/>
          </p:nvPr>
        </p:nvSpPr>
        <p:spPr/>
        <p:txBody>
          <a:bodyPr lIns="0" tIns="0" rIns="0" bIns="0"/>
          <a:lstStyle>
            <a:lvl1pPr>
              <a:defRPr sz="1600" b="0" i="0">
                <a:solidFill>
                  <a:schemeClr val="tx1"/>
                </a:solidFill>
                <a:latin typeface="Calibri"/>
                <a:cs typeface="Calibri"/>
              </a:defRPr>
            </a:lvl1pPr>
          </a:lstStyle>
          <a:p>
            <a:endParaRPr/>
          </a:p>
        </p:txBody>
      </p:sp>
      <p:sp>
        <p:nvSpPr>
          <p:cNvPr id="4" name="Holder 4"/>
          <p:cNvSpPr>
            <a:spLocks noGrp="1"/>
          </p:cNvSpPr>
          <p:nvPr>
            <p:ph type="dt" sz="half" idx="6"/>
          </p:nvPr>
        </p:nvSpPr>
        <p:spPr/>
        <p:txBody>
          <a:bodyPr lIns="0" tIns="0" rIns="0" bIns="0"/>
          <a:lstStyle>
            <a:lvl1pPr algn="l">
              <a:defRPr>
                <a:solidFill>
                  <a:schemeClr val="tx1">
                    <a:tint val="75000"/>
                  </a:schemeClr>
                </a:solidFill>
              </a:defRPr>
            </a:lvl1pPr>
          </a:lstStyle>
          <a:p>
            <a:endParaRPr lang="en-US"/>
          </a:p>
        </p:txBody>
      </p:sp>
      <p:sp>
        <p:nvSpPr>
          <p:cNvPr id="5" name="Holder 5"/>
          <p:cNvSpPr>
            <a:spLocks noGrp="1"/>
          </p:cNvSpPr>
          <p:nvPr>
            <p:ph type="sldNum" sz="quarter" idx="7"/>
          </p:nvPr>
        </p:nvSpPr>
        <p:spPr>
          <a:xfrm>
            <a:off x="9296400" y="6377940"/>
            <a:ext cx="2804160" cy="342900"/>
          </a:xfrm>
        </p:spPr>
        <p:txBody>
          <a:bodyPr lIns="0" tIns="0" rIns="0" bIns="0"/>
          <a:lstStyle>
            <a:lvl1pPr algn="r">
              <a:defRPr>
                <a:solidFill>
                  <a:schemeClr val="tx1">
                    <a:tint val="75000"/>
                  </a:schemeClr>
                </a:solidFill>
              </a:defRPr>
            </a:lvl1pPr>
          </a:lstStyle>
          <a:p>
            <a:fld id="{B6F15528-21DE-4FAA-801E-634DDDAF4B2B}" type="slidenum">
              <a:t>‹#›</a:t>
            </a:fld>
            <a:endParaRPr/>
          </a:p>
        </p:txBody>
      </p:sp>
      <p:pic>
        <p:nvPicPr>
          <p:cNvPr id="6" name="Gráfico 5">
            <a:extLst>
              <a:ext uri="{FF2B5EF4-FFF2-40B4-BE49-F238E27FC236}">
                <a16:creationId xmlns:a16="http://schemas.microsoft.com/office/drawing/2014/main" id="{F5CB4B75-CC85-5F87-B13B-97FD63FFBC56}"/>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2891213" y="6357666"/>
            <a:ext cx="6409575" cy="363174"/>
          </a:xfrm>
          <a:prstGeom prst="rect">
            <a:avLst/>
          </a:prstGeom>
        </p:spPr>
      </p:pic>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showMasterSp="0" type="obj" preserve="1">
  <p:cSld name="Blank">
    <p:bg>
      <p:bgPr>
        <a:solidFill>
          <a:schemeClr val="bg1"/>
        </a:solidFill>
        <a:effectLst/>
      </p:bgPr>
    </p:bg>
    <p:spTree>
      <p:nvGrpSpPr>
        <p:cNvPr id="1" name=""/>
        <p:cNvGrpSpPr/>
        <p:nvPr/>
      </p:nvGrpSpPr>
      <p:grpSpPr>
        <a:xfrm>
          <a:off x="0" y="0"/>
          <a:ext cx="0" cy="0"/>
          <a:chOff x="0" y="0"/>
          <a:chExt cx="0" cy="0"/>
        </a:xfrm>
      </p:grpSpPr>
      <p:sp>
        <p:nvSpPr>
          <p:cNvPr id="16" name="bk object 16"/>
          <p:cNvSpPr/>
          <p:nvPr/>
        </p:nvSpPr>
        <p:spPr>
          <a:xfrm>
            <a:off x="594327" y="4722313"/>
            <a:ext cx="1521016" cy="1253853"/>
          </a:xfrm>
          <a:prstGeom prst="rect">
            <a:avLst/>
          </a:prstGeom>
          <a:blipFill>
            <a:blip r:embed="rId2" cstate="print"/>
            <a:stretch>
              <a:fillRect/>
            </a:stretch>
          </a:blipFill>
        </p:spPr>
        <p:txBody>
          <a:bodyPr wrap="square" lIns="0" tIns="0" rIns="0" bIns="0" rtlCol="0"/>
          <a:lstStyle/>
          <a:p>
            <a:endParaRPr/>
          </a:p>
        </p:txBody>
      </p:sp>
      <p:sp>
        <p:nvSpPr>
          <p:cNvPr id="3" name="Holder 3"/>
          <p:cNvSpPr>
            <a:spLocks noGrp="1"/>
          </p:cNvSpPr>
          <p:nvPr>
            <p:ph type="dt" sz="half" idx="6"/>
          </p:nvPr>
        </p:nvSpPr>
        <p:spPr/>
        <p:txBody>
          <a:bodyPr lIns="0" tIns="0" rIns="0" bIns="0"/>
          <a:lstStyle>
            <a:lvl1pPr algn="l">
              <a:defRPr>
                <a:solidFill>
                  <a:schemeClr val="tx1">
                    <a:tint val="75000"/>
                  </a:schemeClr>
                </a:solidFill>
              </a:defRPr>
            </a:lvl1pPr>
          </a:lstStyle>
          <a:p>
            <a:endParaRPr lang="en-US"/>
          </a:p>
        </p:txBody>
      </p:sp>
      <p:sp>
        <p:nvSpPr>
          <p:cNvPr id="4" name="Holder 4"/>
          <p:cNvSpPr>
            <a:spLocks noGrp="1"/>
          </p:cNvSpPr>
          <p:nvPr>
            <p:ph type="sldNum" sz="quarter" idx="7"/>
          </p:nvPr>
        </p:nvSpPr>
        <p:spPr>
          <a:xfrm>
            <a:off x="9372600" y="6377940"/>
            <a:ext cx="2804160" cy="342900"/>
          </a:xfrm>
        </p:spPr>
        <p:txBody>
          <a:bodyPr lIns="0" tIns="0" rIns="0" bIns="0"/>
          <a:lstStyle>
            <a:lvl1pPr algn="r">
              <a:defRPr>
                <a:solidFill>
                  <a:schemeClr val="tx1">
                    <a:tint val="75000"/>
                  </a:schemeClr>
                </a:solidFill>
              </a:defRPr>
            </a:lvl1pPr>
          </a:lstStyle>
          <a:p>
            <a:fld id="{B6F15528-21DE-4FAA-801E-634DDDAF4B2B}" type="slidenum">
              <a:t>‹#›</a:t>
            </a:fld>
            <a:endParaRPr/>
          </a:p>
        </p:txBody>
      </p:sp>
      <p:pic>
        <p:nvPicPr>
          <p:cNvPr id="5" name="Gráfico 4">
            <a:extLst>
              <a:ext uri="{FF2B5EF4-FFF2-40B4-BE49-F238E27FC236}">
                <a16:creationId xmlns:a16="http://schemas.microsoft.com/office/drawing/2014/main" id="{9F3DE434-B07E-429D-5547-0D42DA9B05A1}"/>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5045006" y="6356057"/>
            <a:ext cx="6409575" cy="363174"/>
          </a:xfrm>
          <a:prstGeom prst="rect">
            <a:avLst/>
          </a:prstGeom>
        </p:spPr>
      </p:pic>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userDrawn="1">
  <p:cSld name="Texto simple">
    <p:spTree>
      <p:nvGrpSpPr>
        <p:cNvPr id="1" name=""/>
        <p:cNvGrpSpPr/>
        <p:nvPr/>
      </p:nvGrpSpPr>
      <p:grpSpPr>
        <a:xfrm>
          <a:off x="0" y="0"/>
          <a:ext cx="0" cy="0"/>
          <a:chOff x="0" y="0"/>
          <a:chExt cx="0" cy="0"/>
        </a:xfrm>
      </p:grpSpPr>
      <p:sp>
        <p:nvSpPr>
          <p:cNvPr id="6" name="Rectangle 47"/>
          <p:cNvSpPr/>
          <p:nvPr userDrawn="1"/>
        </p:nvSpPr>
        <p:spPr>
          <a:xfrm>
            <a:off x="608171" y="381001"/>
            <a:ext cx="45731" cy="683491"/>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a:p>
        </p:txBody>
      </p:sp>
      <p:sp>
        <p:nvSpPr>
          <p:cNvPr id="9" name="Título 8"/>
          <p:cNvSpPr>
            <a:spLocks noGrp="1"/>
          </p:cNvSpPr>
          <p:nvPr>
            <p:ph type="title" hasCustomPrompt="1"/>
          </p:nvPr>
        </p:nvSpPr>
        <p:spPr>
          <a:xfrm>
            <a:off x="736652" y="381000"/>
            <a:ext cx="7778317" cy="313782"/>
          </a:xfrm>
        </p:spPr>
        <p:txBody>
          <a:bodyPr>
            <a:normAutofit/>
          </a:bodyPr>
          <a:lstStyle>
            <a:lvl1pPr algn="l">
              <a:defRPr sz="2800" b="1" i="0" baseline="0">
                <a:solidFill>
                  <a:schemeClr val="tx1">
                    <a:lumMod val="65000"/>
                    <a:lumOff val="35000"/>
                  </a:schemeClr>
                </a:solidFill>
                <a:latin typeface="Calibri" panose="020F0502020204030204" pitchFamily="34" charset="0"/>
                <a:ea typeface="Open Sans Extrabold" panose="020B0906030804020204" pitchFamily="34" charset="0"/>
                <a:cs typeface="Calibri" panose="020F0502020204030204" pitchFamily="34" charset="0"/>
              </a:defRPr>
            </a:lvl1pPr>
          </a:lstStyle>
          <a:p>
            <a:r>
              <a:rPr lang="es-ES" dirty="0"/>
              <a:t>TITULO</a:t>
            </a:r>
          </a:p>
        </p:txBody>
      </p:sp>
      <p:sp>
        <p:nvSpPr>
          <p:cNvPr id="13" name="Marcador de texto 12"/>
          <p:cNvSpPr>
            <a:spLocks noGrp="1"/>
          </p:cNvSpPr>
          <p:nvPr>
            <p:ph type="body" sz="quarter" idx="10" hasCustomPrompt="1"/>
          </p:nvPr>
        </p:nvSpPr>
        <p:spPr>
          <a:xfrm>
            <a:off x="608171" y="1295401"/>
            <a:ext cx="11051877" cy="4958137"/>
          </a:xfrm>
        </p:spPr>
        <p:txBody>
          <a:bodyPr>
            <a:normAutofit/>
          </a:bodyPr>
          <a:lstStyle>
            <a:lvl1pPr>
              <a:defRPr sz="2400" baseline="0">
                <a:latin typeface="Calibri" panose="020F0502020204030204" pitchFamily="34" charset="0"/>
                <a:ea typeface="Open Sans Light" panose="020B0306030504020204" pitchFamily="34" charset="0"/>
                <a:cs typeface="Calibri" panose="020F0502020204030204" pitchFamily="34" charset="0"/>
              </a:defRPr>
            </a:lvl1pPr>
            <a:lvl2pPr>
              <a:defRPr sz="1800">
                <a:latin typeface="Calibri" panose="020F0502020204030204" pitchFamily="34" charset="0"/>
                <a:ea typeface="Open Sans Light" panose="020B0306030504020204" pitchFamily="34" charset="0"/>
                <a:cs typeface="Calibri" panose="020F0502020204030204" pitchFamily="34" charset="0"/>
              </a:defRPr>
            </a:lvl2pPr>
            <a:lvl3pPr>
              <a:defRPr sz="1600">
                <a:latin typeface="Calibri" panose="020F0502020204030204" pitchFamily="34" charset="0"/>
                <a:ea typeface="Open Sans Light" panose="020B0306030504020204" pitchFamily="34" charset="0"/>
                <a:cs typeface="Calibri" panose="020F0502020204030204" pitchFamily="34" charset="0"/>
              </a:defRPr>
            </a:lvl3pPr>
            <a:lvl4pPr>
              <a:defRPr sz="1400">
                <a:latin typeface="Calibri" panose="020F0502020204030204" pitchFamily="34" charset="0"/>
                <a:ea typeface="Open Sans Light" panose="020B0306030504020204" pitchFamily="34" charset="0"/>
                <a:cs typeface="Calibri" panose="020F0502020204030204" pitchFamily="34" charset="0"/>
              </a:defRPr>
            </a:lvl4pPr>
            <a:lvl5pPr>
              <a:defRPr sz="1400">
                <a:latin typeface="Calibri" panose="020F0502020204030204" pitchFamily="34" charset="0"/>
                <a:ea typeface="Open Sans Light" panose="020B0306030504020204" pitchFamily="34" charset="0"/>
                <a:cs typeface="Calibri" panose="020F0502020204030204" pitchFamily="34" charset="0"/>
              </a:defRPr>
            </a:lvl5pPr>
          </a:lstStyle>
          <a:p>
            <a:pPr lvl="0"/>
            <a:r>
              <a:rPr lang="es-ES" dirty="0"/>
              <a:t>Texto del contenido</a:t>
            </a:r>
          </a:p>
          <a:p>
            <a:pPr lvl="1"/>
            <a:r>
              <a:rPr lang="es-ES" dirty="0"/>
              <a:t>Segundo nivel</a:t>
            </a:r>
          </a:p>
          <a:p>
            <a:pPr lvl="2"/>
            <a:r>
              <a:rPr lang="es-ES" dirty="0"/>
              <a:t>Tercer nivel</a:t>
            </a:r>
          </a:p>
          <a:p>
            <a:pPr lvl="3"/>
            <a:r>
              <a:rPr lang="es-ES" dirty="0"/>
              <a:t>Cuarto nivel</a:t>
            </a:r>
          </a:p>
          <a:p>
            <a:pPr lvl="4"/>
            <a:r>
              <a:rPr lang="es-ES" dirty="0"/>
              <a:t>Quinto nivel</a:t>
            </a:r>
          </a:p>
        </p:txBody>
      </p:sp>
      <p:sp>
        <p:nvSpPr>
          <p:cNvPr id="23" name="Marcador de texto 22"/>
          <p:cNvSpPr>
            <a:spLocks noGrp="1"/>
          </p:cNvSpPr>
          <p:nvPr>
            <p:ph type="body" sz="quarter" idx="11" hasCustomPrompt="1"/>
          </p:nvPr>
        </p:nvSpPr>
        <p:spPr>
          <a:xfrm>
            <a:off x="736652" y="730647"/>
            <a:ext cx="7778317" cy="381000"/>
          </a:xfrm>
        </p:spPr>
        <p:txBody>
          <a:bodyPr>
            <a:noAutofit/>
          </a:bodyPr>
          <a:lstStyle>
            <a:lvl1pPr marL="0" indent="0">
              <a:buNone/>
              <a:defRPr sz="2000">
                <a:latin typeface="Calibri" panose="020F0502020204030204" pitchFamily="34" charset="0"/>
                <a:ea typeface="Open Sans Light" panose="020B0306030504020204" pitchFamily="34" charset="0"/>
                <a:cs typeface="Calibri" panose="020F0502020204030204" pitchFamily="34" charset="0"/>
              </a:defRPr>
            </a:lvl1pPr>
          </a:lstStyle>
          <a:p>
            <a:pPr lvl="0"/>
            <a:r>
              <a:rPr lang="es-ES" dirty="0"/>
              <a:t>Subtítulo del artículo con una explicación corta a modo resumen</a:t>
            </a:r>
          </a:p>
        </p:txBody>
      </p:sp>
      <p:sp>
        <p:nvSpPr>
          <p:cNvPr id="11" name="Date Placeholder 3"/>
          <p:cNvSpPr>
            <a:spLocks noGrp="1"/>
          </p:cNvSpPr>
          <p:nvPr>
            <p:ph type="dt" sz="half" idx="2"/>
          </p:nvPr>
        </p:nvSpPr>
        <p:spPr>
          <a:xfrm>
            <a:off x="609600" y="6387407"/>
            <a:ext cx="1980287" cy="303019"/>
          </a:xfrm>
          <a:prstGeom prst="rect">
            <a:avLst/>
          </a:prstGeom>
        </p:spPr>
        <p:txBody>
          <a:bodyPr vert="horz" lIns="117208" tIns="58604" rIns="117208" bIns="58604" rtlCol="0" anchor="ctr"/>
          <a:lstStyle>
            <a:lvl1pPr algn="l">
              <a:defRPr sz="1200">
                <a:solidFill>
                  <a:schemeClr val="tx1">
                    <a:tint val="75000"/>
                  </a:schemeClr>
                </a:solidFill>
              </a:defRPr>
            </a:lvl1pPr>
          </a:lstStyle>
          <a:p>
            <a:endParaRPr lang="en-US" dirty="0"/>
          </a:p>
        </p:txBody>
      </p:sp>
      <p:sp>
        <p:nvSpPr>
          <p:cNvPr id="12" name="Footer Placeholder 4"/>
          <p:cNvSpPr>
            <a:spLocks noGrp="1"/>
          </p:cNvSpPr>
          <p:nvPr>
            <p:ph type="ftr" sz="quarter" idx="3"/>
          </p:nvPr>
        </p:nvSpPr>
        <p:spPr>
          <a:xfrm>
            <a:off x="2894768" y="6387407"/>
            <a:ext cx="6402465" cy="303019"/>
          </a:xfrm>
          <a:prstGeom prst="rect">
            <a:avLst/>
          </a:prstGeom>
        </p:spPr>
        <p:txBody>
          <a:bodyPr vert="horz" lIns="117208" tIns="58604" rIns="117208" bIns="58604" rtlCol="0" anchor="ctr"/>
          <a:lstStyle>
            <a:lvl1pPr algn="ctr">
              <a:defRPr sz="1200">
                <a:solidFill>
                  <a:schemeClr val="tx1">
                    <a:tint val="75000"/>
                  </a:schemeClr>
                </a:solidFill>
              </a:defRPr>
            </a:lvl1pPr>
          </a:lstStyle>
          <a:p>
            <a:r>
              <a:rPr lang="en-US"/>
              <a:t>LAB 4.0. LAYOUT</a:t>
            </a:r>
          </a:p>
        </p:txBody>
      </p:sp>
      <p:sp>
        <p:nvSpPr>
          <p:cNvPr id="14" name="Slide Number Placeholder 5"/>
          <p:cNvSpPr>
            <a:spLocks noGrp="1"/>
          </p:cNvSpPr>
          <p:nvPr>
            <p:ph type="sldNum" sz="quarter" idx="4"/>
          </p:nvPr>
        </p:nvSpPr>
        <p:spPr>
          <a:xfrm>
            <a:off x="11431389" y="6388096"/>
            <a:ext cx="760611" cy="303019"/>
          </a:xfrm>
          <a:prstGeom prst="rect">
            <a:avLst/>
          </a:prstGeom>
          <a:solidFill>
            <a:schemeClr val="bg2"/>
          </a:solidFill>
        </p:spPr>
        <p:txBody>
          <a:bodyPr vert="horz" lIns="117208" tIns="58604" rIns="117208" bIns="58604" rtlCol="0" anchor="ctr"/>
          <a:lstStyle>
            <a:lvl1pPr algn="r">
              <a:defRPr sz="1200">
                <a:solidFill>
                  <a:srgbClr val="FF6309"/>
                </a:solidFill>
              </a:defRPr>
            </a:lvl1pPr>
          </a:lstStyle>
          <a:p>
            <a:fld id="{C2F52289-4012-4053-9770-FE82CEB9514F}" type="slidenum">
              <a:rPr lang="en-US" smtClean="0"/>
              <a:pPr/>
              <a:t>‹#›</a:t>
            </a:fld>
            <a:endParaRPr lang="en-US" dirty="0"/>
          </a:p>
        </p:txBody>
      </p:sp>
    </p:spTree>
    <p:extLst>
      <p:ext uri="{BB962C8B-B14F-4D97-AF65-F5344CB8AC3E}">
        <p14:creationId xmlns:p14="http://schemas.microsoft.com/office/powerpoint/2010/main" val="3024640384"/>
      </p:ext>
    </p:extLst>
  </p:cSld>
  <p:clrMapOvr>
    <a:masterClrMapping/>
  </p:clrMapOvr>
  <p:extLst>
    <p:ext uri="{DCECCB84-F9BA-43D5-87BE-67443E8EF086}">
      <p15:sldGuideLst xmlns:p15="http://schemas.microsoft.com/office/powerpoint/2012/main">
        <p15:guide id="1" orient="horz" pos="2160">
          <p15:clr>
            <a:srgbClr val="FBAE40"/>
          </p15:clr>
        </p15:guide>
        <p15:guide id="2" pos="3839">
          <p15:clr>
            <a:srgbClr val="FBAE40"/>
          </p15:clr>
        </p15:guide>
      </p15:sldGuideLst>
    </p:ext>
  </p:extLst>
</p:sldLayout>
</file>

<file path=ppt/slideMasters/_rels/slideMaster1.xml.rels><?xml version="1.0" encoding="UTF-8" standalone="yes"?>
<Relationships xmlns="http://schemas.openxmlformats.org/package/2006/relationships"><Relationship Id="rId8" Type="http://schemas.openxmlformats.org/officeDocument/2006/relationships/image" Target="../media/image1.png"/><Relationship Id="rId3" Type="http://schemas.openxmlformats.org/officeDocument/2006/relationships/slideLayout" Target="../slideLayouts/slideLayout3.xml"/><Relationship Id="rId7"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6" name="bk object 16"/>
          <p:cNvSpPr/>
          <p:nvPr/>
        </p:nvSpPr>
        <p:spPr>
          <a:xfrm>
            <a:off x="891539" y="5283707"/>
            <a:ext cx="2624328" cy="1574289"/>
          </a:xfrm>
          <a:prstGeom prst="rect">
            <a:avLst/>
          </a:prstGeom>
          <a:blipFill>
            <a:blip r:embed="rId8" cstate="print"/>
            <a:stretch>
              <a:fillRect/>
            </a:stretch>
          </a:blipFill>
        </p:spPr>
        <p:txBody>
          <a:bodyPr wrap="square" lIns="0" tIns="0" rIns="0" bIns="0" rtlCol="0"/>
          <a:lstStyle/>
          <a:p>
            <a:endParaRPr/>
          </a:p>
        </p:txBody>
      </p:sp>
      <p:sp>
        <p:nvSpPr>
          <p:cNvPr id="2" name="Holder 2"/>
          <p:cNvSpPr>
            <a:spLocks noGrp="1"/>
          </p:cNvSpPr>
          <p:nvPr>
            <p:ph type="title"/>
          </p:nvPr>
        </p:nvSpPr>
        <p:spPr>
          <a:xfrm>
            <a:off x="3986910" y="1699005"/>
            <a:ext cx="2599054" cy="269239"/>
          </a:xfrm>
          <a:prstGeom prst="rect">
            <a:avLst/>
          </a:prstGeom>
        </p:spPr>
        <p:txBody>
          <a:bodyPr wrap="square" lIns="0" tIns="0" rIns="0" bIns="0">
            <a:spAutoFit/>
          </a:bodyPr>
          <a:lstStyle>
            <a:lvl1pPr>
              <a:defRPr sz="1600" b="0" i="0">
                <a:solidFill>
                  <a:schemeClr val="tx1"/>
                </a:solidFill>
                <a:latin typeface="Calibri"/>
                <a:cs typeface="Calibri"/>
              </a:defRPr>
            </a:lvl1pPr>
          </a:lstStyle>
          <a:p>
            <a:endParaRPr/>
          </a:p>
        </p:txBody>
      </p:sp>
      <p:sp>
        <p:nvSpPr>
          <p:cNvPr id="3" name="Holder 3"/>
          <p:cNvSpPr>
            <a:spLocks noGrp="1"/>
          </p:cNvSpPr>
          <p:nvPr>
            <p:ph type="body" idx="1"/>
          </p:nvPr>
        </p:nvSpPr>
        <p:spPr>
          <a:xfrm>
            <a:off x="609600" y="1577340"/>
            <a:ext cx="10972800" cy="4526280"/>
          </a:xfrm>
          <a:prstGeom prst="rect">
            <a:avLst/>
          </a:prstGeom>
        </p:spPr>
        <p:txBody>
          <a:bodyPr wrap="square" lIns="0" tIns="0" rIns="0" bIns="0">
            <a:spAutoFit/>
          </a:bodyPr>
          <a:lstStyle>
            <a:lvl1pPr>
              <a:defRPr/>
            </a:lvl1pPr>
          </a:lstStyle>
          <a:p>
            <a:endParaRPr/>
          </a:p>
        </p:txBody>
      </p:sp>
      <p:sp>
        <p:nvSpPr>
          <p:cNvPr id="4" name="Holder 4"/>
          <p:cNvSpPr>
            <a:spLocks noGrp="1"/>
          </p:cNvSpPr>
          <p:nvPr>
            <p:ph type="ftr" sz="quarter" idx="5"/>
          </p:nvPr>
        </p:nvSpPr>
        <p:spPr>
          <a:xfrm>
            <a:off x="5695950" y="6465068"/>
            <a:ext cx="1210945" cy="153670"/>
          </a:xfrm>
          <a:prstGeom prst="rect">
            <a:avLst/>
          </a:prstGeom>
        </p:spPr>
        <p:txBody>
          <a:bodyPr wrap="square" lIns="0" tIns="0" rIns="0" bIns="0">
            <a:spAutoFit/>
          </a:bodyPr>
          <a:lstStyle>
            <a:lvl1pPr>
              <a:defRPr sz="900" b="0" i="0">
                <a:solidFill>
                  <a:srgbClr val="585858"/>
                </a:solidFill>
                <a:latin typeface="Arial"/>
                <a:cs typeface="Arial"/>
              </a:defRPr>
            </a:lvl1pPr>
          </a:lstStyle>
          <a:p>
            <a:pPr marL="12700">
              <a:lnSpc>
                <a:spcPct val="100000"/>
              </a:lnSpc>
              <a:spcBef>
                <a:spcPts val="15"/>
              </a:spcBef>
            </a:pPr>
            <a:r>
              <a:rPr lang="es-ES" spc="-5"/>
              <a:t>LAB 4.0. LAYOUT</a:t>
            </a:r>
            <a:endParaRPr spc="-5" dirty="0"/>
          </a:p>
        </p:txBody>
      </p:sp>
      <p:sp>
        <p:nvSpPr>
          <p:cNvPr id="5" name="Holder 5"/>
          <p:cNvSpPr>
            <a:spLocks noGrp="1"/>
          </p:cNvSpPr>
          <p:nvPr>
            <p:ph type="dt" sz="half" idx="6"/>
          </p:nvPr>
        </p:nvSpPr>
        <p:spPr>
          <a:xfrm>
            <a:off x="609600" y="6377940"/>
            <a:ext cx="2804160" cy="342900"/>
          </a:xfrm>
          <a:prstGeom prst="rect">
            <a:avLst/>
          </a:prstGeom>
        </p:spPr>
        <p:txBody>
          <a:bodyPr wrap="square" lIns="0" tIns="0" rIns="0" bIns="0">
            <a:spAutoFit/>
          </a:bodyPr>
          <a:lstStyle>
            <a:lvl1pPr algn="l">
              <a:defRPr>
                <a:solidFill>
                  <a:schemeClr val="tx1">
                    <a:tint val="75000"/>
                  </a:schemeClr>
                </a:solidFill>
              </a:defRPr>
            </a:lvl1pPr>
          </a:lstStyle>
          <a:p>
            <a:endParaRPr lang="en-US"/>
          </a:p>
        </p:txBody>
      </p:sp>
      <p:sp>
        <p:nvSpPr>
          <p:cNvPr id="6" name="Holder 6"/>
          <p:cNvSpPr>
            <a:spLocks noGrp="1"/>
          </p:cNvSpPr>
          <p:nvPr>
            <p:ph type="sldNum" sz="quarter" idx="7"/>
          </p:nvPr>
        </p:nvSpPr>
        <p:spPr>
          <a:xfrm>
            <a:off x="9311640" y="6377940"/>
            <a:ext cx="2804160" cy="342900"/>
          </a:xfrm>
          <a:prstGeom prst="rect">
            <a:avLst/>
          </a:prstGeom>
        </p:spPr>
        <p:txBody>
          <a:bodyPr wrap="square" lIns="0" tIns="0" rIns="0" bIns="0">
            <a:spAutoFit/>
          </a:bodyPr>
          <a:lstStyle>
            <a:lvl1pPr algn="r">
              <a:defRPr>
                <a:solidFill>
                  <a:schemeClr val="tx1">
                    <a:tint val="75000"/>
                  </a:schemeClr>
                </a:solidFill>
              </a:defRPr>
            </a:lvl1pPr>
          </a:lstStyle>
          <a:p>
            <a:fld id="{B6F15528-21DE-4FAA-801E-634DDDAF4B2B}" type="slidenum">
              <a:t>‹#›</a:t>
            </a:fld>
            <a:endParaRPr/>
          </a:p>
        </p:txBody>
      </p:sp>
    </p:spTree>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Lst>
  <p:hf hdr="0" dt="0"/>
  <p:txStyles>
    <p:titleStyle>
      <a:lvl1pPr>
        <a:defRPr>
          <a:latin typeface="+mj-lt"/>
          <a:ea typeface="+mj-ea"/>
          <a:cs typeface="+mj-cs"/>
        </a:defRPr>
      </a:lvl1pPr>
    </p:titleStyle>
    <p:body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p:bodyStyle>
    <p:other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5.xml"/></Relationships>
</file>

<file path=ppt/slides/_rels/slide2.xml.rels><?xml version="1.0" encoding="UTF-8" standalone="yes"?>
<Relationships xmlns="http://schemas.openxmlformats.org/package/2006/relationships"><Relationship Id="rId3" Type="http://schemas.openxmlformats.org/officeDocument/2006/relationships/hyperlink" Target="https://github.com/pascualmunoz/cifoin-lab4.git" TargetMode="External"/><Relationship Id="rId2" Type="http://schemas.openxmlformats.org/officeDocument/2006/relationships/image" Target="../media/image3.sv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notesSlide" Target="../notesSlides/notesSlide1.xml"/><Relationship Id="rId1" Type="http://schemas.openxmlformats.org/officeDocument/2006/relationships/slideLayout" Target="../slideLayouts/slideLayout2.xml"/><Relationship Id="rId5" Type="http://schemas.openxmlformats.org/officeDocument/2006/relationships/image" Target="../media/image7.png"/><Relationship Id="rId4" Type="http://schemas.openxmlformats.org/officeDocument/2006/relationships/image" Target="../media/image6.png"/></Relationships>
</file>

<file path=ppt/slides/_rels/slide4.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notesSlide" Target="../notesSlides/notesSlide2.xml"/><Relationship Id="rId1" Type="http://schemas.openxmlformats.org/officeDocument/2006/relationships/slideLayout" Target="../slideLayouts/slideLayout2.xml"/><Relationship Id="rId5" Type="http://schemas.openxmlformats.org/officeDocument/2006/relationships/image" Target="../media/image9.png"/><Relationship Id="rId4" Type="http://schemas.openxmlformats.org/officeDocument/2006/relationships/image" Target="../media/image8.png"/></Relationships>
</file>

<file path=ppt/slides/_rels/slide5.xml.rels><?xml version="1.0" encoding="UTF-8" standalone="yes"?>
<Relationships xmlns="http://schemas.openxmlformats.org/package/2006/relationships"><Relationship Id="rId3" Type="http://schemas.openxmlformats.org/officeDocument/2006/relationships/image" Target="../media/image3.svg"/><Relationship Id="rId7" Type="http://schemas.openxmlformats.org/officeDocument/2006/relationships/image" Target="../media/image13.png"/><Relationship Id="rId2" Type="http://schemas.openxmlformats.org/officeDocument/2006/relationships/notesSlide" Target="../notesSlides/notesSlide3.xml"/><Relationship Id="rId1" Type="http://schemas.openxmlformats.org/officeDocument/2006/relationships/slideLayout" Target="../slideLayouts/slideLayout2.xml"/><Relationship Id="rId6" Type="http://schemas.openxmlformats.org/officeDocument/2006/relationships/image" Target="../media/image12.png"/><Relationship Id="rId5" Type="http://schemas.openxmlformats.org/officeDocument/2006/relationships/image" Target="../media/image11.png"/><Relationship Id="rId4" Type="http://schemas.openxmlformats.org/officeDocument/2006/relationships/image" Target="../media/image10.png"/></Relationships>
</file>

<file path=ppt/slides/_rels/slide6.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notesSlide" Target="../notesSlides/notesSlide4.xml"/><Relationship Id="rId1" Type="http://schemas.openxmlformats.org/officeDocument/2006/relationships/slideLayout" Target="../slideLayouts/slideLayout2.xml"/><Relationship Id="rId6" Type="http://schemas.openxmlformats.org/officeDocument/2006/relationships/image" Target="../media/image16.png"/><Relationship Id="rId5" Type="http://schemas.openxmlformats.org/officeDocument/2006/relationships/image" Target="../media/image15.png"/><Relationship Id="rId4" Type="http://schemas.openxmlformats.org/officeDocument/2006/relationships/image" Target="../media/image14.png"/></Relationships>
</file>

<file path=ppt/slides/_rels/slide7.xml.rels><?xml version="1.0" encoding="UTF-8" standalone="yes"?>
<Relationships xmlns="http://schemas.openxmlformats.org/package/2006/relationships"><Relationship Id="rId8" Type="http://schemas.openxmlformats.org/officeDocument/2006/relationships/image" Target="../media/image21.png"/><Relationship Id="rId3" Type="http://schemas.openxmlformats.org/officeDocument/2006/relationships/image" Target="../media/image3.svg"/><Relationship Id="rId7" Type="http://schemas.openxmlformats.org/officeDocument/2006/relationships/image" Target="../media/image20.png"/><Relationship Id="rId2" Type="http://schemas.openxmlformats.org/officeDocument/2006/relationships/notesSlide" Target="../notesSlides/notesSlide5.xml"/><Relationship Id="rId1" Type="http://schemas.openxmlformats.org/officeDocument/2006/relationships/slideLayout" Target="../slideLayouts/slideLayout2.xml"/><Relationship Id="rId6" Type="http://schemas.openxmlformats.org/officeDocument/2006/relationships/image" Target="../media/image19.png"/><Relationship Id="rId5" Type="http://schemas.openxmlformats.org/officeDocument/2006/relationships/image" Target="../media/image18.png"/><Relationship Id="rId4" Type="http://schemas.openxmlformats.org/officeDocument/2006/relationships/image" Target="../media/image17.png"/></Relationships>
</file>

<file path=ppt/slides/_rels/slide8.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notesSlide" Target="../notesSlides/notesSlide6.xml"/><Relationship Id="rId1" Type="http://schemas.openxmlformats.org/officeDocument/2006/relationships/slideLayout" Target="../slideLayouts/slideLayout2.xml"/><Relationship Id="rId5" Type="http://schemas.openxmlformats.org/officeDocument/2006/relationships/image" Target="../media/image23.png"/><Relationship Id="rId4" Type="http://schemas.openxmlformats.org/officeDocument/2006/relationships/image" Target="../media/image22.png"/></Relationships>
</file>

<file path=ppt/slides/_rels/slide9.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notesSlide" Target="../notesSlides/notesSlide7.xml"/><Relationship Id="rId1" Type="http://schemas.openxmlformats.org/officeDocument/2006/relationships/slideLayout" Target="../slideLayouts/slideLayout2.xml"/><Relationship Id="rId6" Type="http://schemas.openxmlformats.org/officeDocument/2006/relationships/image" Target="../media/image25.png"/><Relationship Id="rId5" Type="http://schemas.openxmlformats.org/officeDocument/2006/relationships/image" Target="../media/image24.png"/><Relationship Id="rId4" Type="http://schemas.openxmlformats.org/officeDocument/2006/relationships/image" Target="../media/image8.png"/></Relationships>
</file>

<file path=ppt/slides/_rels/slide10.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notesSlide" Target="../notesSlides/notesSlide8.xml"/><Relationship Id="rId1" Type="http://schemas.openxmlformats.org/officeDocument/2006/relationships/slideLayout" Target="../slideLayouts/slideLayout2.xml"/><Relationship Id="rId6" Type="http://schemas.openxmlformats.org/officeDocument/2006/relationships/image" Target="../media/image28.png"/><Relationship Id="rId5" Type="http://schemas.openxmlformats.org/officeDocument/2006/relationships/image" Target="../media/image27.png"/><Relationship Id="rId4" Type="http://schemas.openxmlformats.org/officeDocument/2006/relationships/image" Target="../media/image26.png"/></Relationships>
</file>

<file path=ppt/slides/_rels/slide11.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notesSlide" Target="../notesSlides/notesSlide9.xml"/><Relationship Id="rId1" Type="http://schemas.openxmlformats.org/officeDocument/2006/relationships/slideLayout" Target="../slideLayouts/slideLayout2.xml"/><Relationship Id="rId5" Type="http://schemas.openxmlformats.org/officeDocument/2006/relationships/image" Target="../media/image30.png"/><Relationship Id="rId4" Type="http://schemas.openxmlformats.org/officeDocument/2006/relationships/image" Target="../media/image29.png"/></Relationships>
</file>

<file path=ppt/slides/_rels/slide12.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notesSlide" Target="../notesSlides/notesSlide10.xml"/><Relationship Id="rId1" Type="http://schemas.openxmlformats.org/officeDocument/2006/relationships/slideLayout" Target="../slideLayouts/slideLayout2.xml"/><Relationship Id="rId5" Type="http://schemas.openxmlformats.org/officeDocument/2006/relationships/image" Target="../media/image32.png"/><Relationship Id="rId4" Type="http://schemas.openxmlformats.org/officeDocument/2006/relationships/image" Target="../media/image31.png"/></Relationships>
</file>

<file path=ppt/slides/_rels/slide13.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notesSlide" Target="../notesSlides/notesSlide11.xml"/><Relationship Id="rId1" Type="http://schemas.openxmlformats.org/officeDocument/2006/relationships/slideLayout" Target="../slideLayouts/slideLayout2.xml"/><Relationship Id="rId5" Type="http://schemas.openxmlformats.org/officeDocument/2006/relationships/image" Target="../media/image34.png"/><Relationship Id="rId4" Type="http://schemas.openxmlformats.org/officeDocument/2006/relationships/image" Target="../media/image33.png"/></Relationships>
</file>

<file path=ppt/slides/_rels/slide14.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notesSlide" Target="../notesSlides/notesSlide12.xml"/><Relationship Id="rId1" Type="http://schemas.openxmlformats.org/officeDocument/2006/relationships/slideLayout" Target="../slideLayouts/slideLayout2.xml"/><Relationship Id="rId5" Type="http://schemas.openxmlformats.org/officeDocument/2006/relationships/image" Target="../media/image36.png"/><Relationship Id="rId4" Type="http://schemas.openxmlformats.org/officeDocument/2006/relationships/image" Target="../media/image35.png"/></Relationships>
</file>

<file path=ppt/slides/_rels/slide15.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notesSlide" Target="../notesSlides/notesSlide13.xml"/><Relationship Id="rId1" Type="http://schemas.openxmlformats.org/officeDocument/2006/relationships/slideLayout" Target="../slideLayouts/slideLayout2.xml"/><Relationship Id="rId5" Type="http://schemas.openxmlformats.org/officeDocument/2006/relationships/image" Target="../media/image38.png"/><Relationship Id="rId4" Type="http://schemas.openxmlformats.org/officeDocument/2006/relationships/image" Target="../media/image37.png"/></Relationships>
</file>

<file path=ppt/slides/_rels/slide16.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notesSlide" Target="../notesSlides/notesSlide14.xml"/><Relationship Id="rId1" Type="http://schemas.openxmlformats.org/officeDocument/2006/relationships/slideLayout" Target="../slideLayouts/slideLayout2.xml"/><Relationship Id="rId5" Type="http://schemas.openxmlformats.org/officeDocument/2006/relationships/image" Target="../media/image40.png"/><Relationship Id="rId4" Type="http://schemas.openxmlformats.org/officeDocument/2006/relationships/image" Target="../media/image39.png"/></Relationships>
</file>

<file path=ppt/slides/_rels/slide17.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notesSlide" Target="../notesSlides/notesSlide15.xml"/><Relationship Id="rId1" Type="http://schemas.openxmlformats.org/officeDocument/2006/relationships/slideLayout" Target="../slideLayouts/slideLayout2.xml"/><Relationship Id="rId5" Type="http://schemas.openxmlformats.org/officeDocument/2006/relationships/image" Target="../media/image42.png"/><Relationship Id="rId4" Type="http://schemas.openxmlformats.org/officeDocument/2006/relationships/image" Target="../media/image41.png"/></Relationships>
</file>

<file path=ppt/slides/_rels/slide18.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notesSlide" Target="../notesSlides/notesSlide16.xml"/><Relationship Id="rId1" Type="http://schemas.openxmlformats.org/officeDocument/2006/relationships/slideLayout" Target="../slideLayouts/slideLayout2.xml"/><Relationship Id="rId5" Type="http://schemas.openxmlformats.org/officeDocument/2006/relationships/image" Target="../media/image44.png"/><Relationship Id="rId4" Type="http://schemas.openxmlformats.org/officeDocument/2006/relationships/image" Target="../media/image43.png"/></Relationships>
</file>

<file path=ppt/slides/_rels/slide19.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notesSlide" Target="../notesSlides/notesSlide17.xml"/><Relationship Id="rId1" Type="http://schemas.openxmlformats.org/officeDocument/2006/relationships/slideLayout" Target="../slideLayouts/slideLayout2.xml"/><Relationship Id="rId5" Type="http://schemas.openxmlformats.org/officeDocument/2006/relationships/image" Target="../media/image46.png"/><Relationship Id="rId4" Type="http://schemas.openxmlformats.org/officeDocument/2006/relationships/image" Target="../media/image45.png"/></Relationships>
</file>

<file path=ppt/slides/_rels/slide20.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notesSlide" Target="../notesSlides/notesSlide18.xml"/><Relationship Id="rId1" Type="http://schemas.openxmlformats.org/officeDocument/2006/relationships/slideLayout" Target="../slideLayouts/slideLayout2.xml"/><Relationship Id="rId5" Type="http://schemas.openxmlformats.org/officeDocument/2006/relationships/image" Target="../media/image48.png"/><Relationship Id="rId4" Type="http://schemas.openxmlformats.org/officeDocument/2006/relationships/image" Target="../media/image47.png"/></Relationships>
</file>

<file path=ppt/slides/_rels/slide21.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notesSlide" Target="../notesSlides/notesSlide19.xml"/><Relationship Id="rId1" Type="http://schemas.openxmlformats.org/officeDocument/2006/relationships/slideLayout" Target="../slideLayouts/slideLayout2.xml"/><Relationship Id="rId5" Type="http://schemas.openxmlformats.org/officeDocument/2006/relationships/image" Target="../media/image50.png"/><Relationship Id="rId4" Type="http://schemas.openxmlformats.org/officeDocument/2006/relationships/image" Target="../media/image49.png"/></Relationships>
</file>

<file path=ppt/slides/_rels/slide22.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notesSlide" Target="../notesSlides/notesSlide20.xml"/><Relationship Id="rId1" Type="http://schemas.openxmlformats.org/officeDocument/2006/relationships/slideLayout" Target="../slideLayouts/slideLayout2.xml"/><Relationship Id="rId5" Type="http://schemas.openxmlformats.org/officeDocument/2006/relationships/image" Target="../media/image52.png"/><Relationship Id="rId4" Type="http://schemas.openxmlformats.org/officeDocument/2006/relationships/image" Target="../media/image51.png"/></Relationships>
</file>

<file path=ppt/slides/_rels/slide23.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notesSlide" Target="../notesSlides/notesSlide21.xml"/><Relationship Id="rId1" Type="http://schemas.openxmlformats.org/officeDocument/2006/relationships/slideLayout" Target="../slideLayouts/slideLayout2.xml"/><Relationship Id="rId5" Type="http://schemas.openxmlformats.org/officeDocument/2006/relationships/image" Target="../media/image54.png"/><Relationship Id="rId4" Type="http://schemas.openxmlformats.org/officeDocument/2006/relationships/image" Target="../media/image53.png"/></Relationships>
</file>

<file path=ppt/slides/_rels/slide24.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notesSlide" Target="../notesSlides/notesSlide22.xml"/><Relationship Id="rId1" Type="http://schemas.openxmlformats.org/officeDocument/2006/relationships/slideLayout" Target="../slideLayouts/slideLayout2.xml"/><Relationship Id="rId5" Type="http://schemas.openxmlformats.org/officeDocument/2006/relationships/image" Target="../media/image56.png"/><Relationship Id="rId4" Type="http://schemas.openxmlformats.org/officeDocument/2006/relationships/image" Target="../media/image55.png"/></Relationships>
</file>

<file path=ppt/slides/_rels/slide25.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notesSlide" Target="../notesSlides/notesSlide23.xml"/><Relationship Id="rId1" Type="http://schemas.openxmlformats.org/officeDocument/2006/relationships/slideLayout" Target="../slideLayouts/slideLayout2.xml"/><Relationship Id="rId5" Type="http://schemas.openxmlformats.org/officeDocument/2006/relationships/image" Target="../media/image58.png"/><Relationship Id="rId4" Type="http://schemas.openxmlformats.org/officeDocument/2006/relationships/image" Target="../media/image57.png"/></Relationships>
</file>

<file path=ppt/slides/_rels/slide26.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notesSlide" Target="../notesSlides/notesSlide24.xml"/><Relationship Id="rId1" Type="http://schemas.openxmlformats.org/officeDocument/2006/relationships/slideLayout" Target="../slideLayouts/slideLayout2.xml"/><Relationship Id="rId5" Type="http://schemas.openxmlformats.org/officeDocument/2006/relationships/image" Target="../media/image60.png"/><Relationship Id="rId4" Type="http://schemas.openxmlformats.org/officeDocument/2006/relationships/image" Target="../media/image59.png"/></Relationships>
</file>

<file path=ppt/slides/_rels/slide27.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notesSlide" Target="../notesSlides/notesSlide25.xml"/><Relationship Id="rId1" Type="http://schemas.openxmlformats.org/officeDocument/2006/relationships/slideLayout" Target="../slideLayouts/slideLayout2.xml"/><Relationship Id="rId5" Type="http://schemas.openxmlformats.org/officeDocument/2006/relationships/image" Target="../media/image62.png"/><Relationship Id="rId4" Type="http://schemas.openxmlformats.org/officeDocument/2006/relationships/image" Target="../media/image61.png"/></Relationships>
</file>

<file path=ppt/slides/_rels/slide28.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notesSlide" Target="../notesSlides/notesSlide26.xml"/><Relationship Id="rId1" Type="http://schemas.openxmlformats.org/officeDocument/2006/relationships/slideLayout" Target="../slideLayouts/slideLayout2.xml"/><Relationship Id="rId5" Type="http://schemas.openxmlformats.org/officeDocument/2006/relationships/image" Target="../media/image64.png"/><Relationship Id="rId4" Type="http://schemas.openxmlformats.org/officeDocument/2006/relationships/image" Target="../media/image63.png"/></Relationships>
</file>

<file path=ppt/slides/_rels/slide29.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notesSlide" Target="../notesSlides/notesSlide27.xml"/><Relationship Id="rId1" Type="http://schemas.openxmlformats.org/officeDocument/2006/relationships/slideLayout" Target="../slideLayouts/slideLayout2.xml"/><Relationship Id="rId5" Type="http://schemas.openxmlformats.org/officeDocument/2006/relationships/image" Target="../media/image66.png"/><Relationship Id="rId4" Type="http://schemas.openxmlformats.org/officeDocument/2006/relationships/image" Target="../media/image65.png"/></Relationships>
</file>

<file path=ppt/slides/_rels/slide30.xml.rels><?xml version="1.0" encoding="UTF-8" standalone="yes"?>
<Relationships xmlns="http://schemas.openxmlformats.org/package/2006/relationships"><Relationship Id="rId2" Type="http://schemas.openxmlformats.org/officeDocument/2006/relationships/image" Target="../media/image67.png"/><Relationship Id="rId1" Type="http://schemas.openxmlformats.org/officeDocument/2006/relationships/slideLayout" Target="../slideLayouts/slideLayout4.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object 3"/>
          <p:cNvSpPr txBox="1"/>
          <p:nvPr/>
        </p:nvSpPr>
        <p:spPr>
          <a:xfrm>
            <a:off x="2749676" y="4919853"/>
            <a:ext cx="9213724" cy="505267"/>
          </a:xfrm>
          <a:prstGeom prst="rect">
            <a:avLst/>
          </a:prstGeom>
        </p:spPr>
        <p:txBody>
          <a:bodyPr vert="horz" wrap="square" lIns="0" tIns="12700" rIns="0" bIns="0" rtlCol="0">
            <a:spAutoFit/>
          </a:bodyPr>
          <a:lstStyle/>
          <a:p>
            <a:pPr marL="12700">
              <a:lnSpc>
                <a:spcPct val="100000"/>
              </a:lnSpc>
              <a:spcBef>
                <a:spcPts val="100"/>
              </a:spcBef>
            </a:pPr>
            <a:r>
              <a:rPr lang="es-ES" sz="3200" b="1" dirty="0">
                <a:latin typeface="Lucida Sans"/>
                <a:cs typeface="Lucida Sans"/>
              </a:rPr>
              <a:t>Lab Book 3.0 Circuits and Compact </a:t>
            </a:r>
            <a:r>
              <a:rPr lang="es-ES" sz="3200" b="1" dirty="0" err="1">
                <a:latin typeface="Lucida Sans"/>
                <a:cs typeface="Lucida Sans"/>
              </a:rPr>
              <a:t>Models</a:t>
            </a:r>
            <a:endParaRPr sz="3200" dirty="0">
              <a:latin typeface="Lucida Sans"/>
              <a:cs typeface="Lucida Sans"/>
            </a:endParaRPr>
          </a:p>
        </p:txBody>
      </p:sp>
      <p:sp>
        <p:nvSpPr>
          <p:cNvPr id="4" name="object 4"/>
          <p:cNvSpPr txBox="1"/>
          <p:nvPr/>
        </p:nvSpPr>
        <p:spPr>
          <a:xfrm>
            <a:off x="2749676" y="5610250"/>
            <a:ext cx="8223124" cy="289823"/>
          </a:xfrm>
          <a:prstGeom prst="rect">
            <a:avLst/>
          </a:prstGeom>
        </p:spPr>
        <p:txBody>
          <a:bodyPr vert="horz" wrap="square" lIns="0" tIns="12700" rIns="0" bIns="0" rtlCol="0">
            <a:spAutoFit/>
          </a:bodyPr>
          <a:lstStyle/>
          <a:p>
            <a:pPr marL="12700">
              <a:lnSpc>
                <a:spcPct val="100000"/>
              </a:lnSpc>
              <a:spcBef>
                <a:spcPts val="100"/>
              </a:spcBef>
            </a:pPr>
            <a:r>
              <a:rPr lang="es-ES" spc="165" dirty="0">
                <a:latin typeface="Arial"/>
                <a:cs typeface="Arial"/>
              </a:rPr>
              <a:t>Student: Jaime Lloret Cuñat y Aina Perelló Roselló </a:t>
            </a:r>
            <a:endParaRPr sz="1800" dirty="0">
              <a:latin typeface="Arial"/>
              <a:cs typeface="Arial"/>
            </a:endParaRPr>
          </a:p>
        </p:txBody>
      </p:sp>
      <p:sp>
        <p:nvSpPr>
          <p:cNvPr id="5" name="object 5"/>
          <p:cNvSpPr/>
          <p:nvPr/>
        </p:nvSpPr>
        <p:spPr>
          <a:xfrm>
            <a:off x="0" y="0"/>
            <a:ext cx="12192000" cy="4189476"/>
          </a:xfrm>
          <a:prstGeom prst="rect">
            <a:avLst/>
          </a:prstGeom>
          <a:blipFill>
            <a:blip r:embed="rId2" cstate="print"/>
            <a:stretch>
              <a:fillRect/>
            </a:stretch>
          </a:blipFill>
        </p:spPr>
        <p:txBody>
          <a:bodyPr wrap="square" lIns="0" tIns="0" rIns="0" bIns="0" rtlCol="0"/>
          <a:lstStyle/>
          <a:p>
            <a:endParaRPr/>
          </a:p>
        </p:txBody>
      </p:sp>
      <p:sp>
        <p:nvSpPr>
          <p:cNvPr id="7" name="Marcador de número de diapositiva 6">
            <a:extLst>
              <a:ext uri="{FF2B5EF4-FFF2-40B4-BE49-F238E27FC236}">
                <a16:creationId xmlns:a16="http://schemas.microsoft.com/office/drawing/2014/main" id="{F6F66F51-9238-50FE-85C2-BAC3DA79D767}"/>
              </a:ext>
            </a:extLst>
          </p:cNvPr>
          <p:cNvSpPr>
            <a:spLocks noGrp="1"/>
          </p:cNvSpPr>
          <p:nvPr>
            <p:ph type="sldNum" sz="quarter" idx="7"/>
          </p:nvPr>
        </p:nvSpPr>
        <p:spPr/>
        <p:txBody>
          <a:bodyPr/>
          <a:lstStyle/>
          <a:p>
            <a:fld id="{B6F15528-21DE-4FAA-801E-634DDDAF4B2B}" type="slidenum">
              <a:rPr lang="es-ES" smtClean="0"/>
              <a:t>1</a:t>
            </a:fld>
            <a:endParaRPr lang="es-E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848A4D4-C3C4-085B-A7AD-EA04D83F480F}"/>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1B7433F1-7A0E-D925-6140-7305139D053A}"/>
              </a:ext>
            </a:extLst>
          </p:cNvPr>
          <p:cNvSpPr txBox="1">
            <a:spLocks noGrp="1"/>
          </p:cNvSpPr>
          <p:nvPr>
            <p:ph type="title"/>
          </p:nvPr>
        </p:nvSpPr>
        <p:spPr>
          <a:xfrm>
            <a:off x="685800" y="408883"/>
            <a:ext cx="6153785" cy="705321"/>
          </a:xfrm>
          <a:prstGeom prst="rect">
            <a:avLst/>
          </a:prstGeom>
        </p:spPr>
        <p:txBody>
          <a:bodyPr vert="horz" wrap="square" lIns="0" tIns="12700" rIns="0" bIns="0" rtlCol="0">
            <a:spAutoFit/>
          </a:bodyPr>
          <a:lstStyle/>
          <a:p>
            <a:pPr marL="12700">
              <a:lnSpc>
                <a:spcPct val="100000"/>
              </a:lnSpc>
              <a:spcBef>
                <a:spcPts val="100"/>
              </a:spcBef>
            </a:pPr>
            <a:r>
              <a:rPr lang="es-ES" sz="2500" u="sng" spc="-5" dirty="0" err="1">
                <a:latin typeface="+mj-lt"/>
                <a:cs typeface="Lucida Sans"/>
              </a:rPr>
              <a:t>Instructions</a:t>
            </a:r>
            <a:br>
              <a:rPr lang="es-ES" sz="2400" spc="-5" dirty="0">
                <a:latin typeface="+mj-lt"/>
                <a:cs typeface="Lucida Sans"/>
              </a:rPr>
            </a:br>
            <a:r>
              <a:rPr lang="es-ES" b="0" spc="-5" dirty="0">
                <a:latin typeface="+mj-lt"/>
                <a:cs typeface="Lucida Sans"/>
              </a:rPr>
              <a:t>General</a:t>
            </a:r>
            <a:endParaRPr sz="2400" b="0" dirty="0">
              <a:latin typeface="+mj-lt"/>
              <a:cs typeface="Lucida Sans"/>
            </a:endParaRPr>
          </a:p>
        </p:txBody>
      </p:sp>
      <p:pic>
        <p:nvPicPr>
          <p:cNvPr id="83" name="Gráfico 82">
            <a:extLst>
              <a:ext uri="{FF2B5EF4-FFF2-40B4-BE49-F238E27FC236}">
                <a16:creationId xmlns:a16="http://schemas.microsoft.com/office/drawing/2014/main" id="{E518E73B-CE22-A00C-9C86-634FB762EE69}"/>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1E163A6B-DFE4-C67D-5F3E-A56ACEF2EA4C}"/>
              </a:ext>
            </a:extLst>
          </p:cNvPr>
          <p:cNvSpPr>
            <a:spLocks noGrp="1"/>
          </p:cNvSpPr>
          <p:nvPr>
            <p:ph type="sldNum" sz="quarter" idx="7"/>
          </p:nvPr>
        </p:nvSpPr>
        <p:spPr/>
        <p:txBody>
          <a:bodyPr/>
          <a:lstStyle/>
          <a:p>
            <a:fld id="{B6F15528-21DE-4FAA-801E-634DDDAF4B2B}" type="slidenum">
              <a:rPr lang="es-ES" smtClean="0"/>
              <a:t>2</a:t>
            </a:fld>
            <a:endParaRPr lang="es-ES"/>
          </a:p>
        </p:txBody>
      </p:sp>
      <p:sp>
        <p:nvSpPr>
          <p:cNvPr id="3" name="Marcador de pie de página 2">
            <a:extLst>
              <a:ext uri="{FF2B5EF4-FFF2-40B4-BE49-F238E27FC236}">
                <a16:creationId xmlns:a16="http://schemas.microsoft.com/office/drawing/2014/main" id="{95FC84FF-30D3-FDAB-0A5A-0F07F8EE1161}"/>
              </a:ext>
            </a:extLst>
          </p:cNvPr>
          <p:cNvSpPr>
            <a:spLocks noGrp="1"/>
          </p:cNvSpPr>
          <p:nvPr>
            <p:ph type="ftr" sz="quarter" idx="5"/>
          </p:nvPr>
        </p:nvSpPr>
        <p:spPr/>
        <p:txBody>
          <a:bodyPr/>
          <a:lstStyle/>
          <a:p>
            <a:pPr marL="12700">
              <a:spcBef>
                <a:spcPts val="15"/>
              </a:spcBef>
            </a:pPr>
            <a:r>
              <a:rPr lang="es-ES" spc="-5"/>
              <a:t>LAB 4.0. LAYOUT</a:t>
            </a:r>
            <a:endParaRPr lang="es-ES" spc="-5" dirty="0"/>
          </a:p>
        </p:txBody>
      </p:sp>
      <p:sp>
        <p:nvSpPr>
          <p:cNvPr id="4" name="Marcador de texto 2">
            <a:extLst>
              <a:ext uri="{FF2B5EF4-FFF2-40B4-BE49-F238E27FC236}">
                <a16:creationId xmlns:a16="http://schemas.microsoft.com/office/drawing/2014/main" id="{9F7BC140-B3D8-C3CB-55AD-9064C7CDE9CA}"/>
              </a:ext>
            </a:extLst>
          </p:cNvPr>
          <p:cNvSpPr txBox="1">
            <a:spLocks/>
          </p:cNvSpPr>
          <p:nvPr/>
        </p:nvSpPr>
        <p:spPr>
          <a:xfrm>
            <a:off x="608011" y="1163263"/>
            <a:ext cx="11048999" cy="4958137"/>
          </a:xfrm>
          <a:prstGeom prst="rect">
            <a:avLst/>
          </a:prstGeom>
        </p:spPr>
        <p:txBody>
          <a:bodyPr>
            <a:normAutofit/>
          </a:bodyPr>
          <a:lst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a:lstStyle>
          <a:p>
            <a:pPr algn="just"/>
            <a:r>
              <a:rPr lang="en-US" sz="2000" b="1" kern="0" dirty="0">
                <a:solidFill>
                  <a:sysClr val="windowText" lastClr="000000"/>
                </a:solidFill>
                <a:sym typeface="Wingdings" pitchFamily="2" charset="2"/>
              </a:rPr>
              <a:t>SCRIPTS</a:t>
            </a:r>
          </a:p>
          <a:p>
            <a:pPr marL="342900" indent="-342900" algn="just">
              <a:buFont typeface="Arial" panose="020B0604020202020204" pitchFamily="34" charset="0"/>
              <a:buChar char="•"/>
            </a:pPr>
            <a:r>
              <a:rPr lang="en-US" kern="0" dirty="0">
                <a:solidFill>
                  <a:sysClr val="windowText" lastClr="000000"/>
                </a:solidFill>
                <a:sym typeface="Wingdings" pitchFamily="2" charset="2"/>
              </a:rPr>
              <a:t>From 	GitHub  </a:t>
            </a:r>
          </a:p>
          <a:p>
            <a:pPr marL="800100" lvl="1" indent="-342900" algn="just">
              <a:buFont typeface="Arial" panose="020B0604020202020204" pitchFamily="34" charset="0"/>
              <a:buChar char="•"/>
            </a:pPr>
            <a:r>
              <a:rPr lang="en-US" kern="0" dirty="0">
                <a:solidFill>
                  <a:sysClr val="windowText" lastClr="000000"/>
                </a:solidFill>
                <a:sym typeface="Wingdings" pitchFamily="2" charset="2"/>
              </a:rPr>
              <a:t>Fork the repo: </a:t>
            </a:r>
            <a:r>
              <a:rPr lang="en-US" kern="0" dirty="0">
                <a:solidFill>
                  <a:sysClr val="windowText" lastClr="000000"/>
                </a:solidFill>
                <a:sym typeface="Wingdings" pitchFamily="2" charset="2"/>
                <a:hlinkClick r:id="rId3"/>
              </a:rPr>
              <a:t>https://github.com/pascualmunoz/cifoin-lab4.git</a:t>
            </a:r>
            <a:endParaRPr lang="en-US" kern="0" dirty="0">
              <a:solidFill>
                <a:sysClr val="windowText" lastClr="000000"/>
              </a:solidFill>
              <a:sym typeface="Wingdings" pitchFamily="2" charset="2"/>
            </a:endParaRPr>
          </a:p>
          <a:p>
            <a:pPr marL="800100" lvl="1" indent="-342900" algn="just">
              <a:buFont typeface="Arial" panose="020B0604020202020204" pitchFamily="34" charset="0"/>
              <a:buChar char="•"/>
            </a:pPr>
            <a:r>
              <a:rPr lang="en-US" kern="0" dirty="0">
                <a:solidFill>
                  <a:sysClr val="windowText" lastClr="000000"/>
                </a:solidFill>
                <a:sym typeface="Wingdings" pitchFamily="2" charset="2"/>
              </a:rPr>
              <a:t>Clone the repo using </a:t>
            </a:r>
            <a:r>
              <a:rPr lang="en-US" kern="0" dirty="0" err="1">
                <a:solidFill>
                  <a:sysClr val="windowText" lastClr="000000"/>
                </a:solidFill>
                <a:sym typeface="Wingdings" pitchFamily="2" charset="2"/>
              </a:rPr>
              <a:t>VSCode</a:t>
            </a:r>
            <a:endParaRPr lang="en-US" kern="0" dirty="0">
              <a:solidFill>
                <a:sysClr val="windowText" lastClr="000000"/>
              </a:solidFill>
              <a:sym typeface="Wingdings" pitchFamily="2" charset="2"/>
            </a:endParaRPr>
          </a:p>
          <a:p>
            <a:pPr marL="800100" lvl="1" indent="-342900" algn="just">
              <a:buFont typeface="Arial" panose="020B0604020202020204" pitchFamily="34" charset="0"/>
              <a:buChar char="•"/>
            </a:pPr>
            <a:r>
              <a:rPr lang="en-US" kern="0" dirty="0">
                <a:solidFill>
                  <a:sysClr val="windowText" lastClr="000000"/>
                </a:solidFill>
                <a:sym typeface="Wingdings" pitchFamily="2" charset="2"/>
              </a:rPr>
              <a:t>Open folder / repo in </a:t>
            </a:r>
            <a:r>
              <a:rPr lang="en-US" kern="0" dirty="0" err="1">
                <a:solidFill>
                  <a:sysClr val="windowText" lastClr="000000"/>
                </a:solidFill>
                <a:sym typeface="Wingdings" pitchFamily="2" charset="2"/>
              </a:rPr>
              <a:t>VSCode</a:t>
            </a:r>
            <a:endParaRPr lang="en-US" kern="0" dirty="0">
              <a:solidFill>
                <a:sysClr val="windowText" lastClr="000000"/>
              </a:solidFill>
              <a:sym typeface="Wingdings" pitchFamily="2" charset="2"/>
            </a:endParaRPr>
          </a:p>
          <a:p>
            <a:pPr marL="800100" lvl="1" indent="-342900" algn="just">
              <a:buFont typeface="Arial" panose="020B0604020202020204" pitchFamily="34" charset="0"/>
              <a:buChar char="•"/>
            </a:pPr>
            <a:r>
              <a:rPr lang="en-US" kern="0" dirty="0">
                <a:solidFill>
                  <a:sysClr val="windowText" lastClr="000000"/>
                </a:solidFill>
                <a:sym typeface="Wingdings" pitchFamily="2" charset="2"/>
              </a:rPr>
              <a:t>Open terminal: </a:t>
            </a:r>
            <a:r>
              <a:rPr lang="en-US" kern="0" dirty="0" err="1">
                <a:solidFill>
                  <a:sysClr val="windowText" lastClr="000000"/>
                </a:solidFill>
                <a:sym typeface="Wingdings" pitchFamily="2" charset="2"/>
              </a:rPr>
              <a:t>uv</a:t>
            </a:r>
            <a:r>
              <a:rPr lang="en-US" kern="0" dirty="0">
                <a:solidFill>
                  <a:sysClr val="windowText" lastClr="000000"/>
                </a:solidFill>
                <a:sym typeface="Wingdings" pitchFamily="2" charset="2"/>
              </a:rPr>
              <a:t> sync</a:t>
            </a:r>
          </a:p>
          <a:p>
            <a:pPr marL="342900" indent="-342900" algn="just">
              <a:buFont typeface="Arial" panose="020B0604020202020204" pitchFamily="34" charset="0"/>
              <a:buChar char="•"/>
            </a:pPr>
            <a:r>
              <a:rPr lang="en-US" kern="0" dirty="0">
                <a:solidFill>
                  <a:sysClr val="windowText" lastClr="000000"/>
                </a:solidFill>
              </a:rPr>
              <a:t>Run the </a:t>
            </a:r>
            <a:r>
              <a:rPr lang="en-US" kern="0" dirty="0" err="1">
                <a:solidFill>
                  <a:sysClr val="windowText" lastClr="000000"/>
                </a:solidFill>
              </a:rPr>
              <a:t>Jupyter</a:t>
            </a:r>
            <a:r>
              <a:rPr lang="en-US" kern="0" dirty="0">
                <a:solidFill>
                  <a:sysClr val="windowText" lastClr="000000"/>
                </a:solidFill>
              </a:rPr>
              <a:t> Notebook: </a:t>
            </a:r>
          </a:p>
          <a:p>
            <a:pPr marL="800100" lvl="1" indent="-342900" algn="just">
              <a:buFont typeface="Arial" panose="020B0604020202020204" pitchFamily="34" charset="0"/>
              <a:buChar char="•"/>
            </a:pPr>
            <a:r>
              <a:rPr lang="en-US" kern="0" dirty="0" err="1">
                <a:solidFill>
                  <a:sysClr val="windowText" lastClr="000000"/>
                </a:solidFill>
              </a:rPr>
              <a:t>LAYOUT_STUDENT.ipynb</a:t>
            </a:r>
            <a:r>
              <a:rPr lang="en-US" kern="0" dirty="0">
                <a:solidFill>
                  <a:sysClr val="windowText" lastClr="000000"/>
                </a:solidFill>
              </a:rPr>
              <a:t> </a:t>
            </a:r>
          </a:p>
          <a:p>
            <a:pPr marL="342900" indent="-342900" algn="just">
              <a:buFont typeface="Arial" panose="020B0604020202020204" pitchFamily="34" charset="0"/>
              <a:buChar char="•"/>
            </a:pPr>
            <a:endParaRPr lang="en-US" kern="0" dirty="0">
              <a:solidFill>
                <a:sysClr val="windowText" lastClr="000000"/>
              </a:solidFill>
            </a:endParaRPr>
          </a:p>
          <a:p>
            <a:pPr marL="342900" indent="-342900" algn="just">
              <a:buFont typeface="Arial" panose="020B0604020202020204" pitchFamily="34" charset="0"/>
              <a:buChar char="•"/>
            </a:pPr>
            <a:r>
              <a:rPr lang="en-US" b="1" kern="0" dirty="0">
                <a:solidFill>
                  <a:srgbClr val="FF0000"/>
                </a:solidFill>
              </a:rPr>
              <a:t>Points</a:t>
            </a:r>
          </a:p>
          <a:p>
            <a:pPr marL="800100" lvl="1" indent="-342900" algn="just">
              <a:buFont typeface="Arial" panose="020B0604020202020204" pitchFamily="34" charset="0"/>
              <a:buChar char="•"/>
            </a:pPr>
            <a:r>
              <a:rPr lang="en-US" b="1" kern="0" dirty="0">
                <a:solidFill>
                  <a:srgbClr val="FF0000"/>
                </a:solidFill>
              </a:rPr>
              <a:t>LO1: 3 points</a:t>
            </a:r>
          </a:p>
          <a:p>
            <a:pPr marL="800100" lvl="1" indent="-342900" algn="just">
              <a:buFont typeface="Arial" panose="020B0604020202020204" pitchFamily="34" charset="0"/>
              <a:buChar char="•"/>
            </a:pPr>
            <a:r>
              <a:rPr lang="en-US" b="1" kern="0" dirty="0">
                <a:solidFill>
                  <a:srgbClr val="FF0000"/>
                </a:solidFill>
              </a:rPr>
              <a:t>LO2: 3 points</a:t>
            </a:r>
          </a:p>
          <a:p>
            <a:pPr marL="800100" lvl="1" indent="-342900" algn="just">
              <a:buFont typeface="Arial" panose="020B0604020202020204" pitchFamily="34" charset="0"/>
              <a:buChar char="•"/>
            </a:pPr>
            <a:r>
              <a:rPr lang="en-US" b="1" kern="0" dirty="0">
                <a:solidFill>
                  <a:srgbClr val="FF0000"/>
                </a:solidFill>
              </a:rPr>
              <a:t>LO3: 1 points</a:t>
            </a:r>
          </a:p>
          <a:p>
            <a:pPr marL="800100" lvl="1" indent="-342900" algn="just">
              <a:buFont typeface="Arial" panose="020B0604020202020204" pitchFamily="34" charset="0"/>
              <a:buChar char="•"/>
            </a:pPr>
            <a:r>
              <a:rPr lang="en-US" b="1" kern="0" dirty="0">
                <a:solidFill>
                  <a:srgbClr val="FF0000"/>
                </a:solidFill>
              </a:rPr>
              <a:t>LO4: 3 points</a:t>
            </a:r>
          </a:p>
          <a:p>
            <a:pPr algn="just"/>
            <a:endParaRPr lang="en-US" b="1" i="1" dirty="0"/>
          </a:p>
          <a:p>
            <a:pPr algn="just"/>
            <a:endParaRPr lang="en-US" sz="2000" b="1" i="1" dirty="0"/>
          </a:p>
          <a:p>
            <a:pPr algn="just"/>
            <a:endParaRPr lang="en-US" sz="2000" kern="0" dirty="0">
              <a:solidFill>
                <a:sysClr val="windowText" lastClr="000000"/>
              </a:solidFill>
            </a:endParaRPr>
          </a:p>
        </p:txBody>
      </p:sp>
    </p:spTree>
    <p:extLst>
      <p:ext uri="{BB962C8B-B14F-4D97-AF65-F5344CB8AC3E}">
        <p14:creationId xmlns:p14="http://schemas.microsoft.com/office/powerpoint/2010/main" val="56023462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E80DA9C-35AF-A1D7-01E5-BFD9DEF1550F}"/>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471E1424-6C4B-2D9A-1352-30AFB987AD41}"/>
              </a:ext>
            </a:extLst>
          </p:cNvPr>
          <p:cNvSpPr txBox="1">
            <a:spLocks noGrp="1"/>
          </p:cNvSpPr>
          <p:nvPr>
            <p:ph type="title"/>
          </p:nvPr>
        </p:nvSpPr>
        <p:spPr>
          <a:xfrm>
            <a:off x="685800" y="408883"/>
            <a:ext cx="10994410" cy="705321"/>
          </a:xfrm>
          <a:prstGeom prst="rect">
            <a:avLst/>
          </a:prstGeom>
        </p:spPr>
        <p:txBody>
          <a:bodyPr vert="horz" wrap="square" lIns="0" tIns="12700" rIns="0" bIns="0" rtlCol="0">
            <a:spAutoFit/>
          </a:bodyPr>
          <a:lstStyle/>
          <a:p>
            <a:pPr marL="12700">
              <a:lnSpc>
                <a:spcPct val="100000"/>
              </a:lnSpc>
              <a:spcBef>
                <a:spcPts val="100"/>
              </a:spcBef>
            </a:pPr>
            <a:r>
              <a:rPr lang="en-US" sz="2500" dirty="0"/>
              <a:t>Learning outcome #1a – Notebook section 1. Technology</a:t>
            </a:r>
            <a:br>
              <a:rPr lang="es-ES" sz="2500" spc="-5" dirty="0">
                <a:latin typeface="+mj-lt"/>
                <a:cs typeface="Lucida Sans"/>
              </a:rPr>
            </a:br>
            <a:r>
              <a:rPr lang="es-ES" b="0" i="1" spc="-5" dirty="0">
                <a:latin typeface="+mj-lt"/>
              </a:rPr>
              <a:t>“</a:t>
            </a:r>
            <a:r>
              <a:rPr lang="es-ES" b="0" i="1" spc="-5" dirty="0" err="1">
                <a:latin typeface="+mj-lt"/>
              </a:rPr>
              <a:t>We</a:t>
            </a:r>
            <a:r>
              <a:rPr lang="es-ES" b="0" i="1" spc="-5" dirty="0">
                <a:latin typeface="+mj-lt"/>
              </a:rPr>
              <a:t> </a:t>
            </a:r>
            <a:r>
              <a:rPr lang="es-ES" b="0" i="1" spc="-5" dirty="0" err="1">
                <a:latin typeface="+mj-lt"/>
              </a:rPr>
              <a:t>will</a:t>
            </a:r>
            <a:r>
              <a:rPr lang="es-ES" b="0" i="1" spc="-5" dirty="0">
                <a:latin typeface="+mj-lt"/>
              </a:rPr>
              <a:t> </a:t>
            </a:r>
            <a:r>
              <a:rPr lang="es-ES" b="0" i="1" spc="-5" dirty="0" err="1">
                <a:latin typeface="+mj-lt"/>
              </a:rPr>
              <a:t>work</a:t>
            </a:r>
            <a:r>
              <a:rPr lang="es-ES" b="0" i="1" spc="-5" dirty="0">
                <a:latin typeface="+mj-lt"/>
                <a:cs typeface="Lucida Sans"/>
              </a:rPr>
              <a:t> </a:t>
            </a:r>
            <a:r>
              <a:rPr lang="es-ES" b="0" i="1" spc="-5" dirty="0" err="1">
                <a:latin typeface="+mj-lt"/>
                <a:cs typeface="Lucida Sans"/>
              </a:rPr>
              <a:t>with</a:t>
            </a:r>
            <a:r>
              <a:rPr lang="es-ES" b="0" i="1" spc="-5" dirty="0">
                <a:latin typeface="+mj-lt"/>
                <a:cs typeface="Lucida Sans"/>
              </a:rPr>
              <a:t> </a:t>
            </a:r>
            <a:r>
              <a:rPr lang="es-ES" b="0" i="1" spc="-5" dirty="0" err="1">
                <a:latin typeface="+mj-lt"/>
                <a:cs typeface="Lucida Sans"/>
              </a:rPr>
              <a:t>the</a:t>
            </a:r>
            <a:r>
              <a:rPr lang="es-ES" b="0" i="1" spc="-5" dirty="0">
                <a:latin typeface="+mj-lt"/>
                <a:cs typeface="Lucida Sans"/>
              </a:rPr>
              <a:t> demo UPVfab PDK. </a:t>
            </a:r>
            <a:r>
              <a:rPr lang="es-ES" b="0" i="1" spc="-5" dirty="0" err="1">
                <a:latin typeface="+mj-lt"/>
                <a:cs typeface="Lucida Sans"/>
              </a:rPr>
              <a:t>Let's</a:t>
            </a:r>
            <a:r>
              <a:rPr lang="es-ES" b="0" i="1" spc="-5" dirty="0">
                <a:latin typeface="+mj-lt"/>
                <a:cs typeface="Lucida Sans"/>
              </a:rPr>
              <a:t> </a:t>
            </a:r>
            <a:r>
              <a:rPr lang="es-ES" b="0" i="1" spc="-5" dirty="0" err="1">
                <a:latin typeface="+mj-lt"/>
                <a:cs typeface="Lucida Sans"/>
              </a:rPr>
              <a:t>view</a:t>
            </a:r>
            <a:r>
              <a:rPr lang="es-ES" b="0" i="1" spc="-5" dirty="0">
                <a:latin typeface="+mj-lt"/>
                <a:cs typeface="Lucida Sans"/>
              </a:rPr>
              <a:t> </a:t>
            </a:r>
            <a:r>
              <a:rPr lang="es-ES" b="0" i="1" spc="-5" dirty="0" err="1">
                <a:latin typeface="+mj-lt"/>
                <a:cs typeface="Lucida Sans"/>
              </a:rPr>
              <a:t>the</a:t>
            </a:r>
            <a:r>
              <a:rPr lang="es-ES" b="0" i="1" spc="-5" dirty="0">
                <a:latin typeface="+mj-lt"/>
                <a:cs typeface="Lucida Sans"/>
              </a:rPr>
              <a:t> </a:t>
            </a:r>
            <a:r>
              <a:rPr lang="es-ES" b="0" i="1" spc="-5" dirty="0" err="1">
                <a:latin typeface="+mj-lt"/>
                <a:cs typeface="Lucida Sans"/>
              </a:rPr>
              <a:t>layer</a:t>
            </a:r>
            <a:r>
              <a:rPr lang="es-ES" b="0" i="1" spc="-5" dirty="0">
                <a:latin typeface="+mj-lt"/>
                <a:cs typeface="Lucida Sans"/>
              </a:rPr>
              <a:t> </a:t>
            </a:r>
            <a:r>
              <a:rPr lang="es-ES" b="0" i="1" spc="-5" dirty="0" err="1">
                <a:latin typeface="+mj-lt"/>
                <a:cs typeface="Lucida Sans"/>
              </a:rPr>
              <a:t>distribution</a:t>
            </a:r>
            <a:r>
              <a:rPr lang="es-ES" b="0" i="1" spc="-5" dirty="0">
                <a:latin typeface="+mj-lt"/>
                <a:cs typeface="Lucida Sans"/>
              </a:rPr>
              <a:t> </a:t>
            </a:r>
            <a:r>
              <a:rPr lang="es-ES" b="0" i="1" spc="-5" dirty="0" err="1">
                <a:latin typeface="+mj-lt"/>
                <a:cs typeface="Lucida Sans"/>
              </a:rPr>
              <a:t>of</a:t>
            </a:r>
            <a:r>
              <a:rPr lang="es-ES" b="0" i="1" spc="-5" dirty="0">
                <a:latin typeface="+mj-lt"/>
                <a:cs typeface="Lucida Sans"/>
              </a:rPr>
              <a:t> </a:t>
            </a:r>
            <a:r>
              <a:rPr lang="es-ES" b="0" i="1" spc="-5" dirty="0" err="1">
                <a:latin typeface="+mj-lt"/>
                <a:cs typeface="Lucida Sans"/>
              </a:rPr>
              <a:t>this</a:t>
            </a:r>
            <a:r>
              <a:rPr lang="es-ES" b="0" i="1" spc="-5" dirty="0">
                <a:latin typeface="+mj-lt"/>
                <a:cs typeface="Lucida Sans"/>
              </a:rPr>
              <a:t> PDK”</a:t>
            </a:r>
            <a:endParaRPr sz="2500" b="0" i="1" dirty="0">
              <a:latin typeface="+mj-lt"/>
              <a:cs typeface="Lucida Sans"/>
            </a:endParaRPr>
          </a:p>
        </p:txBody>
      </p:sp>
      <p:pic>
        <p:nvPicPr>
          <p:cNvPr id="83" name="Gráfico 82">
            <a:extLst>
              <a:ext uri="{FF2B5EF4-FFF2-40B4-BE49-F238E27FC236}">
                <a16:creationId xmlns:a16="http://schemas.microsoft.com/office/drawing/2014/main" id="{9DCFD462-4416-65F8-5696-B0135B632765}"/>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293F5C1D-AFFF-4EA6-CA59-6503F34EBF5F}"/>
              </a:ext>
            </a:extLst>
          </p:cNvPr>
          <p:cNvSpPr>
            <a:spLocks noGrp="1"/>
          </p:cNvSpPr>
          <p:nvPr>
            <p:ph type="sldNum" sz="quarter" idx="7"/>
          </p:nvPr>
        </p:nvSpPr>
        <p:spPr/>
        <p:txBody>
          <a:bodyPr/>
          <a:lstStyle/>
          <a:p>
            <a:fld id="{B6F15528-21DE-4FAA-801E-634DDDAF4B2B}" type="slidenum">
              <a:rPr lang="es-ES" smtClean="0"/>
              <a:t>3</a:t>
            </a:fld>
            <a:endParaRPr lang="es-ES"/>
          </a:p>
        </p:txBody>
      </p:sp>
      <p:sp>
        <p:nvSpPr>
          <p:cNvPr id="3" name="Marcador de pie de página 2">
            <a:extLst>
              <a:ext uri="{FF2B5EF4-FFF2-40B4-BE49-F238E27FC236}">
                <a16:creationId xmlns:a16="http://schemas.microsoft.com/office/drawing/2014/main" id="{34F13AC1-9668-7266-DF5B-D7CE084AB044}"/>
              </a:ext>
            </a:extLst>
          </p:cNvPr>
          <p:cNvSpPr>
            <a:spLocks noGrp="1"/>
          </p:cNvSpPr>
          <p:nvPr>
            <p:ph type="ftr" sz="quarter" idx="5"/>
          </p:nvPr>
        </p:nvSpPr>
        <p:spPr/>
        <p:txBody>
          <a:bodyPr/>
          <a:lstStyle/>
          <a:p>
            <a:pPr marL="12700">
              <a:spcBef>
                <a:spcPts val="15"/>
              </a:spcBef>
            </a:pPr>
            <a:r>
              <a:rPr lang="es-ES" spc="-5"/>
              <a:t>LAB 4.0. LAYOUT</a:t>
            </a:r>
            <a:endParaRPr lang="es-ES" spc="-5" dirty="0"/>
          </a:p>
        </p:txBody>
      </p:sp>
      <p:sp>
        <p:nvSpPr>
          <p:cNvPr id="2" name="CuadroTexto 1">
            <a:extLst>
              <a:ext uri="{FF2B5EF4-FFF2-40B4-BE49-F238E27FC236}">
                <a16:creationId xmlns:a16="http://schemas.microsoft.com/office/drawing/2014/main" id="{D0F8CF3B-B920-DBFC-F825-0C87B51EADA7}"/>
              </a:ext>
            </a:extLst>
          </p:cNvPr>
          <p:cNvSpPr txBox="1"/>
          <p:nvPr/>
        </p:nvSpPr>
        <p:spPr>
          <a:xfrm>
            <a:off x="609441" y="4860334"/>
            <a:ext cx="11199971" cy="1015663"/>
          </a:xfrm>
          <a:prstGeom prst="rect">
            <a:avLst/>
          </a:prstGeom>
          <a:solidFill>
            <a:schemeClr val="bg1">
              <a:lumMod val="95000"/>
            </a:schemeClr>
          </a:solidFill>
          <a:ln w="28575">
            <a:solidFill>
              <a:srgbClr val="E0700D"/>
            </a:solidFill>
          </a:ln>
        </p:spPr>
        <p:txBody>
          <a:bodyPr wrap="square" rtlCol="0">
            <a:spAutoFit/>
          </a:bodyPr>
          <a:lstStyle/>
          <a:p>
            <a:r>
              <a:rPr lang="es-ES_tradnl" sz="1200" dirty="0">
                <a:latin typeface="Arial" panose="020B0604020202020204" pitchFamily="34" charset="0"/>
                <a:cs typeface="Arial" panose="020B0604020202020204" pitchFamily="34" charset="0"/>
              </a:rPr>
              <a:t>Un PDK (Process </a:t>
            </a:r>
            <a:r>
              <a:rPr lang="es-ES_tradnl" sz="1200" dirty="0" err="1">
                <a:latin typeface="Arial" panose="020B0604020202020204" pitchFamily="34" charset="0"/>
                <a:cs typeface="Arial" panose="020B0604020202020204" pitchFamily="34" charset="0"/>
              </a:rPr>
              <a:t>Design</a:t>
            </a:r>
            <a:r>
              <a:rPr lang="es-ES_tradnl" sz="1200" dirty="0">
                <a:latin typeface="Arial" panose="020B0604020202020204" pitchFamily="34" charset="0"/>
                <a:cs typeface="Arial" panose="020B0604020202020204" pitchFamily="34" charset="0"/>
              </a:rPr>
              <a:t> Kit) es un conjunto de herramientas, archivos tecnológicos y componentes validados que una ‘</a:t>
            </a:r>
            <a:r>
              <a:rPr lang="es-ES_tradnl" sz="1200" dirty="0" err="1">
                <a:latin typeface="Arial" panose="020B0604020202020204" pitchFamily="34" charset="0"/>
                <a:cs typeface="Arial" panose="020B0604020202020204" pitchFamily="34" charset="0"/>
              </a:rPr>
              <a:t>foundry</a:t>
            </a:r>
            <a:r>
              <a:rPr lang="es-ES_tradnl" sz="1200" dirty="0">
                <a:latin typeface="Arial" panose="020B0604020202020204" pitchFamily="34" charset="0"/>
                <a:cs typeface="Arial" panose="020B0604020202020204" pitchFamily="34" charset="0"/>
              </a:rPr>
              <a:t>’ pone a disposición de los diseñadores para crear circuitos integrados compatibles con su proceso de fabricación.</a:t>
            </a:r>
          </a:p>
          <a:p>
            <a:endParaRPr lang="es-ES_tradnl" sz="1200" dirty="0">
              <a:latin typeface="Arial" panose="020B0604020202020204" pitchFamily="34" charset="0"/>
              <a:cs typeface="Arial" panose="020B0604020202020204" pitchFamily="34" charset="0"/>
            </a:endParaRPr>
          </a:p>
          <a:p>
            <a:r>
              <a:rPr lang="es-ES_tradnl" sz="1200" dirty="0">
                <a:latin typeface="Arial" panose="020B0604020202020204" pitchFamily="34" charset="0"/>
                <a:cs typeface="Arial" panose="020B0604020202020204" pitchFamily="34" charset="0"/>
              </a:rPr>
              <a:t>En un PDK, las capas del </a:t>
            </a:r>
            <a:r>
              <a:rPr lang="es-ES_tradnl" sz="1200" dirty="0" err="1">
                <a:latin typeface="Arial" panose="020B0604020202020204" pitchFamily="34" charset="0"/>
                <a:cs typeface="Arial" panose="020B0604020202020204" pitchFamily="34" charset="0"/>
              </a:rPr>
              <a:t>layout</a:t>
            </a:r>
            <a:r>
              <a:rPr lang="es-ES_tradnl" sz="1200" dirty="0">
                <a:latin typeface="Arial" panose="020B0604020202020204" pitchFamily="34" charset="0"/>
                <a:cs typeface="Arial" panose="020B0604020202020204" pitchFamily="34" charset="0"/>
              </a:rPr>
              <a:t> representan las distintas máscaras litográficas y las etapas físicas del proceso de fabricación, como el grabado del silicio, el dopado, la deposición de metales o la formación de capas de nitruro, entre otras.</a:t>
            </a:r>
          </a:p>
        </p:txBody>
      </p:sp>
      <p:sp>
        <p:nvSpPr>
          <p:cNvPr id="6" name="Rectángulo 5">
            <a:extLst>
              <a:ext uri="{FF2B5EF4-FFF2-40B4-BE49-F238E27FC236}">
                <a16:creationId xmlns:a16="http://schemas.microsoft.com/office/drawing/2014/main" id="{82AE4A84-532D-D50D-F368-79FF1C11E97A}"/>
              </a:ext>
            </a:extLst>
          </p:cNvPr>
          <p:cNvSpPr/>
          <p:nvPr/>
        </p:nvSpPr>
        <p:spPr>
          <a:xfrm>
            <a:off x="609441" y="1418373"/>
            <a:ext cx="5332571" cy="3306028"/>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Rectángulo 7">
            <a:extLst>
              <a:ext uri="{FF2B5EF4-FFF2-40B4-BE49-F238E27FC236}">
                <a16:creationId xmlns:a16="http://schemas.microsoft.com/office/drawing/2014/main" id="{8BEC3D78-C227-4F8E-7F5D-F398FB043D20}"/>
              </a:ext>
            </a:extLst>
          </p:cNvPr>
          <p:cNvSpPr/>
          <p:nvPr/>
        </p:nvSpPr>
        <p:spPr>
          <a:xfrm>
            <a:off x="6476841" y="1420406"/>
            <a:ext cx="5332571" cy="3306028"/>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Picture 4">
            <a:extLst>
              <a:ext uri="{FF2B5EF4-FFF2-40B4-BE49-F238E27FC236}">
                <a16:creationId xmlns:a16="http://schemas.microsoft.com/office/drawing/2014/main" id="{179846CA-3135-F17C-30E1-A4B43673A6B4}"/>
              </a:ext>
            </a:extLst>
          </p:cNvPr>
          <p:cNvPicPr>
            <a:picLocks noChangeAspect="1"/>
          </p:cNvPicPr>
          <p:nvPr/>
        </p:nvPicPr>
        <p:blipFill>
          <a:blip r:embed="rId4"/>
          <a:stretch>
            <a:fillRect/>
          </a:stretch>
        </p:blipFill>
        <p:spPr>
          <a:xfrm>
            <a:off x="7239000" y="1600200"/>
            <a:ext cx="3936671" cy="2971801"/>
          </a:xfrm>
          <a:prstGeom prst="rect">
            <a:avLst/>
          </a:prstGeom>
        </p:spPr>
      </p:pic>
      <p:pic>
        <p:nvPicPr>
          <p:cNvPr id="11" name="Picture 10">
            <a:extLst>
              <a:ext uri="{FF2B5EF4-FFF2-40B4-BE49-F238E27FC236}">
                <a16:creationId xmlns:a16="http://schemas.microsoft.com/office/drawing/2014/main" id="{FC4F710B-5216-BC2E-ED68-3C6031E5A8A6}"/>
              </a:ext>
            </a:extLst>
          </p:cNvPr>
          <p:cNvPicPr>
            <a:picLocks noChangeAspect="1"/>
          </p:cNvPicPr>
          <p:nvPr/>
        </p:nvPicPr>
        <p:blipFill>
          <a:blip r:embed="rId5"/>
          <a:stretch>
            <a:fillRect/>
          </a:stretch>
        </p:blipFill>
        <p:spPr>
          <a:xfrm>
            <a:off x="1143000" y="1621277"/>
            <a:ext cx="4156556" cy="2822489"/>
          </a:xfrm>
          <a:prstGeom prst="rect">
            <a:avLst/>
          </a:prstGeom>
        </p:spPr>
      </p:pic>
    </p:spTree>
    <p:extLst>
      <p:ext uri="{BB962C8B-B14F-4D97-AF65-F5344CB8AC3E}">
        <p14:creationId xmlns:p14="http://schemas.microsoft.com/office/powerpoint/2010/main" val="73050131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4721758-3D0C-3510-194A-4075C73D458D}"/>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74F925C6-A9EE-0450-6CF3-EB5E905BE7E0}"/>
              </a:ext>
            </a:extLst>
          </p:cNvPr>
          <p:cNvSpPr txBox="1">
            <a:spLocks noGrp="1"/>
          </p:cNvSpPr>
          <p:nvPr>
            <p:ph type="title"/>
          </p:nvPr>
        </p:nvSpPr>
        <p:spPr>
          <a:xfrm>
            <a:off x="615926" y="139568"/>
            <a:ext cx="10994410" cy="951543"/>
          </a:xfrm>
          <a:prstGeom prst="rect">
            <a:avLst/>
          </a:prstGeom>
        </p:spPr>
        <p:txBody>
          <a:bodyPr vert="horz" wrap="square" lIns="0" tIns="12700" rIns="0" bIns="0" rtlCol="0">
            <a:spAutoFit/>
          </a:bodyPr>
          <a:lstStyle/>
          <a:p>
            <a:pPr marL="12700" algn="just">
              <a:lnSpc>
                <a:spcPct val="100000"/>
              </a:lnSpc>
              <a:spcBef>
                <a:spcPts val="100"/>
              </a:spcBef>
            </a:pPr>
            <a:r>
              <a:rPr lang="en-US" sz="2500" dirty="0"/>
              <a:t>Learning outcome #1b – Notebook section 1. Technology – </a:t>
            </a:r>
            <a:r>
              <a:rPr lang="en-US" sz="2500" dirty="0">
                <a:solidFill>
                  <a:srgbClr val="FF0000"/>
                </a:solidFill>
              </a:rPr>
              <a:t>Directional coupler</a:t>
            </a:r>
            <a:br>
              <a:rPr lang="en-US" sz="2500" dirty="0"/>
            </a:br>
            <a:r>
              <a:rPr lang="en-US" sz="1800" b="0" i="1" dirty="0"/>
              <a:t>“Use your design results from Lab2 and Lab3 to create layout instances of your designed components: DCs, MMIs, MZIs &amp; Ring Resonators”</a:t>
            </a:r>
            <a:endParaRPr sz="2500" b="0" i="1" dirty="0">
              <a:latin typeface="+mj-lt"/>
              <a:cs typeface="Lucida Sans"/>
            </a:endParaRPr>
          </a:p>
        </p:txBody>
      </p:sp>
      <p:pic>
        <p:nvPicPr>
          <p:cNvPr id="83" name="Gráfico 82">
            <a:extLst>
              <a:ext uri="{FF2B5EF4-FFF2-40B4-BE49-F238E27FC236}">
                <a16:creationId xmlns:a16="http://schemas.microsoft.com/office/drawing/2014/main" id="{61751C67-979A-7D64-9474-F594568485E6}"/>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F5A815B6-7BA3-E2CF-377E-EACA0F621FAA}"/>
              </a:ext>
            </a:extLst>
          </p:cNvPr>
          <p:cNvSpPr>
            <a:spLocks noGrp="1"/>
          </p:cNvSpPr>
          <p:nvPr>
            <p:ph type="sldNum" sz="quarter" idx="7"/>
          </p:nvPr>
        </p:nvSpPr>
        <p:spPr/>
        <p:txBody>
          <a:bodyPr/>
          <a:lstStyle/>
          <a:p>
            <a:fld id="{B6F15528-21DE-4FAA-801E-634DDDAF4B2B}" type="slidenum">
              <a:rPr lang="es-ES" smtClean="0"/>
              <a:t>4</a:t>
            </a:fld>
            <a:endParaRPr lang="es-ES"/>
          </a:p>
        </p:txBody>
      </p:sp>
      <p:sp>
        <p:nvSpPr>
          <p:cNvPr id="3" name="Marcador de pie de página 2">
            <a:extLst>
              <a:ext uri="{FF2B5EF4-FFF2-40B4-BE49-F238E27FC236}">
                <a16:creationId xmlns:a16="http://schemas.microsoft.com/office/drawing/2014/main" id="{018AEC9F-5174-0EEA-5CD3-65515392F16F}"/>
              </a:ext>
            </a:extLst>
          </p:cNvPr>
          <p:cNvSpPr>
            <a:spLocks noGrp="1"/>
          </p:cNvSpPr>
          <p:nvPr>
            <p:ph type="ftr" sz="quarter" idx="5"/>
          </p:nvPr>
        </p:nvSpPr>
        <p:spPr/>
        <p:txBody>
          <a:bodyPr/>
          <a:lstStyle/>
          <a:p>
            <a:pPr marL="12700">
              <a:spcBef>
                <a:spcPts val="15"/>
              </a:spcBef>
            </a:pPr>
            <a:r>
              <a:rPr lang="es-ES" spc="-5"/>
              <a:t>LAB 4.0. LAYOUT</a:t>
            </a:r>
            <a:endParaRPr lang="es-ES" spc="-5" dirty="0"/>
          </a:p>
        </p:txBody>
      </p:sp>
      <p:sp>
        <p:nvSpPr>
          <p:cNvPr id="2" name="CuadroTexto 1">
            <a:extLst>
              <a:ext uri="{FF2B5EF4-FFF2-40B4-BE49-F238E27FC236}">
                <a16:creationId xmlns:a16="http://schemas.microsoft.com/office/drawing/2014/main" id="{A1BE4500-9BE4-025B-9167-E8AC6466B028}"/>
              </a:ext>
            </a:extLst>
          </p:cNvPr>
          <p:cNvSpPr txBox="1"/>
          <p:nvPr/>
        </p:nvSpPr>
        <p:spPr>
          <a:xfrm>
            <a:off x="615926" y="5552617"/>
            <a:ext cx="11199971" cy="830997"/>
          </a:xfrm>
          <a:prstGeom prst="rect">
            <a:avLst/>
          </a:prstGeom>
          <a:solidFill>
            <a:schemeClr val="bg1">
              <a:lumMod val="95000"/>
            </a:schemeClr>
          </a:solidFill>
          <a:ln w="28575">
            <a:solidFill>
              <a:srgbClr val="E0700D"/>
            </a:solidFill>
          </a:ln>
        </p:spPr>
        <p:txBody>
          <a:bodyPr wrap="square" rtlCol="0">
            <a:spAutoFit/>
          </a:bodyPr>
          <a:lstStyle/>
          <a:p>
            <a:r>
              <a:rPr lang="es-ES_tradnl" sz="1200" dirty="0">
                <a:latin typeface="Arial" panose="020B0604020202020204" pitchFamily="34" charset="0"/>
                <a:cs typeface="Arial" panose="020B0604020202020204" pitchFamily="34" charset="0"/>
              </a:rPr>
              <a:t>El siguiente componente corresponde al acoplador direccional desarrollado en la Práctica 2. Se trata de un divisor óptico 2×2 basado en la interferencia de modos acoplados, diseñado para obtener una constante de acoplamiento de k=0.5. Sus principales parámetros son una longitud de la región de acoplamiento de 47.014 µm, una separación entre guías (gap) de 0.6 µm y un ancho de guía de 1.2 µm. Además, las curvatura de las guías desplazan las entradas y salidas respecto al centro del dispositivo (40.0 µm en el eje Y </a:t>
            </a:r>
            <a:r>
              <a:rPr lang="es-ES_tradnl" sz="1200" dirty="0" err="1">
                <a:latin typeface="Arial" panose="020B0604020202020204" pitchFamily="34" charset="0"/>
                <a:cs typeface="Arial" panose="020B0604020202020204" pitchFamily="34" charset="0"/>
              </a:rPr>
              <a:t>y</a:t>
            </a:r>
            <a:r>
              <a:rPr lang="es-ES_tradnl" sz="1200" dirty="0">
                <a:latin typeface="Arial" panose="020B0604020202020204" pitchFamily="34" charset="0"/>
                <a:cs typeface="Arial" panose="020B0604020202020204" pitchFamily="34" charset="0"/>
              </a:rPr>
              <a:t> 30.0 µm en el eje X).</a:t>
            </a:r>
          </a:p>
        </p:txBody>
      </p:sp>
      <p:sp>
        <p:nvSpPr>
          <p:cNvPr id="6" name="Rectángulo 5">
            <a:extLst>
              <a:ext uri="{FF2B5EF4-FFF2-40B4-BE49-F238E27FC236}">
                <a16:creationId xmlns:a16="http://schemas.microsoft.com/office/drawing/2014/main" id="{FB364273-7E07-9E83-F4A6-1AFD1AEFE243}"/>
              </a:ext>
            </a:extLst>
          </p:cNvPr>
          <p:cNvSpPr/>
          <p:nvPr/>
        </p:nvSpPr>
        <p:spPr>
          <a:xfrm>
            <a:off x="609441" y="1305382"/>
            <a:ext cx="5562759" cy="4146235"/>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Rectángulo 7">
            <a:extLst>
              <a:ext uri="{FF2B5EF4-FFF2-40B4-BE49-F238E27FC236}">
                <a16:creationId xmlns:a16="http://schemas.microsoft.com/office/drawing/2014/main" id="{8C1E968B-0AE0-37CB-7468-A50896329E70}"/>
              </a:ext>
            </a:extLst>
          </p:cNvPr>
          <p:cNvSpPr/>
          <p:nvPr/>
        </p:nvSpPr>
        <p:spPr>
          <a:xfrm>
            <a:off x="6476841" y="1305383"/>
            <a:ext cx="5410359" cy="4146234"/>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Picture 4">
            <a:extLst>
              <a:ext uri="{FF2B5EF4-FFF2-40B4-BE49-F238E27FC236}">
                <a16:creationId xmlns:a16="http://schemas.microsoft.com/office/drawing/2014/main" id="{56051730-9394-F624-753D-0DE79F910691}"/>
              </a:ext>
            </a:extLst>
          </p:cNvPr>
          <p:cNvPicPr>
            <a:picLocks noChangeAspect="1"/>
          </p:cNvPicPr>
          <p:nvPr/>
        </p:nvPicPr>
        <p:blipFill>
          <a:blip r:embed="rId4"/>
          <a:stretch>
            <a:fillRect/>
          </a:stretch>
        </p:blipFill>
        <p:spPr>
          <a:xfrm>
            <a:off x="6600663" y="1420405"/>
            <a:ext cx="5162713" cy="3897342"/>
          </a:xfrm>
          <a:prstGeom prst="rect">
            <a:avLst/>
          </a:prstGeom>
        </p:spPr>
      </p:pic>
      <p:pic>
        <p:nvPicPr>
          <p:cNvPr id="11" name="Picture 10">
            <a:extLst>
              <a:ext uri="{FF2B5EF4-FFF2-40B4-BE49-F238E27FC236}">
                <a16:creationId xmlns:a16="http://schemas.microsoft.com/office/drawing/2014/main" id="{1837B12A-E7D8-2DC9-CA63-35172CFE3A9E}"/>
              </a:ext>
            </a:extLst>
          </p:cNvPr>
          <p:cNvPicPr>
            <a:picLocks noChangeAspect="1"/>
          </p:cNvPicPr>
          <p:nvPr/>
        </p:nvPicPr>
        <p:blipFill>
          <a:blip r:embed="rId5">
            <a:extLst>
              <a:ext uri="{28A0092B-C50C-407E-A947-70E740481C1C}">
                <a14:useLocalDpi xmlns:a14="http://schemas.microsoft.com/office/drawing/2010/main" val="0"/>
              </a:ext>
            </a:extLst>
          </a:blip>
          <a:srcRect/>
          <a:stretch/>
        </p:blipFill>
        <p:spPr>
          <a:xfrm>
            <a:off x="1524000" y="1471690"/>
            <a:ext cx="3921281" cy="3844991"/>
          </a:xfrm>
          <a:prstGeom prst="rect">
            <a:avLst/>
          </a:prstGeom>
        </p:spPr>
      </p:pic>
    </p:spTree>
    <p:extLst>
      <p:ext uri="{BB962C8B-B14F-4D97-AF65-F5344CB8AC3E}">
        <p14:creationId xmlns:p14="http://schemas.microsoft.com/office/powerpoint/2010/main" val="119642456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8B979FC-8E95-D85B-8F93-43E198619741}"/>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14434F37-FA8E-936A-7935-E6A1D3A41295}"/>
              </a:ext>
            </a:extLst>
          </p:cNvPr>
          <p:cNvSpPr txBox="1">
            <a:spLocks noGrp="1"/>
          </p:cNvSpPr>
          <p:nvPr>
            <p:ph type="title"/>
          </p:nvPr>
        </p:nvSpPr>
        <p:spPr>
          <a:xfrm>
            <a:off x="615926" y="139568"/>
            <a:ext cx="10994410" cy="951543"/>
          </a:xfrm>
          <a:prstGeom prst="rect">
            <a:avLst/>
          </a:prstGeom>
        </p:spPr>
        <p:txBody>
          <a:bodyPr vert="horz" wrap="square" lIns="0" tIns="12700" rIns="0" bIns="0" rtlCol="0">
            <a:spAutoFit/>
          </a:bodyPr>
          <a:lstStyle/>
          <a:p>
            <a:pPr marL="12700" algn="just">
              <a:lnSpc>
                <a:spcPct val="100000"/>
              </a:lnSpc>
              <a:spcBef>
                <a:spcPts val="100"/>
              </a:spcBef>
            </a:pPr>
            <a:r>
              <a:rPr lang="en-US" sz="2500" dirty="0"/>
              <a:t>Learning outcome #1b – Notebook section 1. Technology – </a:t>
            </a:r>
            <a:r>
              <a:rPr lang="en-US" sz="2500" dirty="0">
                <a:solidFill>
                  <a:srgbClr val="FF0000"/>
                </a:solidFill>
              </a:rPr>
              <a:t>MMI</a:t>
            </a:r>
            <a:br>
              <a:rPr lang="en-US" sz="2500" dirty="0"/>
            </a:br>
            <a:r>
              <a:rPr lang="en-US" sz="1800" b="0" i="1" dirty="0"/>
              <a:t>“Use your design results from Lab2 and Lab3 to create layout instances of your designed components: DCs, MMIs, MZIs &amp; Ring Resonators”</a:t>
            </a:r>
            <a:endParaRPr sz="2500" b="0" i="1" dirty="0">
              <a:latin typeface="+mj-lt"/>
              <a:cs typeface="Lucida Sans"/>
            </a:endParaRPr>
          </a:p>
        </p:txBody>
      </p:sp>
      <p:pic>
        <p:nvPicPr>
          <p:cNvPr id="83" name="Gráfico 82">
            <a:extLst>
              <a:ext uri="{FF2B5EF4-FFF2-40B4-BE49-F238E27FC236}">
                <a16:creationId xmlns:a16="http://schemas.microsoft.com/office/drawing/2014/main" id="{E8BA8DA6-BE00-385A-67AE-2A813E063426}"/>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0F56A689-EEBD-EA46-CAD8-57C8C8342C79}"/>
              </a:ext>
            </a:extLst>
          </p:cNvPr>
          <p:cNvSpPr>
            <a:spLocks noGrp="1"/>
          </p:cNvSpPr>
          <p:nvPr>
            <p:ph type="sldNum" sz="quarter" idx="7"/>
          </p:nvPr>
        </p:nvSpPr>
        <p:spPr/>
        <p:txBody>
          <a:bodyPr/>
          <a:lstStyle/>
          <a:p>
            <a:fld id="{B6F15528-21DE-4FAA-801E-634DDDAF4B2B}" type="slidenum">
              <a:rPr lang="es-ES" smtClean="0"/>
              <a:t>5</a:t>
            </a:fld>
            <a:endParaRPr lang="es-ES"/>
          </a:p>
        </p:txBody>
      </p:sp>
      <p:sp>
        <p:nvSpPr>
          <p:cNvPr id="3" name="Marcador de pie de página 2">
            <a:extLst>
              <a:ext uri="{FF2B5EF4-FFF2-40B4-BE49-F238E27FC236}">
                <a16:creationId xmlns:a16="http://schemas.microsoft.com/office/drawing/2014/main" id="{D9D88A91-9FC2-C3C6-FACE-775492B07863}"/>
              </a:ext>
            </a:extLst>
          </p:cNvPr>
          <p:cNvSpPr>
            <a:spLocks noGrp="1"/>
          </p:cNvSpPr>
          <p:nvPr>
            <p:ph type="ftr" sz="quarter" idx="5"/>
          </p:nvPr>
        </p:nvSpPr>
        <p:spPr/>
        <p:txBody>
          <a:bodyPr/>
          <a:lstStyle/>
          <a:p>
            <a:pPr marL="12700">
              <a:spcBef>
                <a:spcPts val="15"/>
              </a:spcBef>
            </a:pPr>
            <a:r>
              <a:rPr lang="es-ES" spc="-5"/>
              <a:t>LAB 4.0. LAYOUT</a:t>
            </a:r>
            <a:endParaRPr lang="es-ES" spc="-5" dirty="0"/>
          </a:p>
        </p:txBody>
      </p:sp>
      <p:sp>
        <p:nvSpPr>
          <p:cNvPr id="2" name="CuadroTexto 1">
            <a:extLst>
              <a:ext uri="{FF2B5EF4-FFF2-40B4-BE49-F238E27FC236}">
                <a16:creationId xmlns:a16="http://schemas.microsoft.com/office/drawing/2014/main" id="{32911385-1CDF-A9E9-9CC7-B28F3BA76BCB}"/>
              </a:ext>
            </a:extLst>
          </p:cNvPr>
          <p:cNvSpPr txBox="1"/>
          <p:nvPr/>
        </p:nvSpPr>
        <p:spPr>
          <a:xfrm>
            <a:off x="304801" y="5574983"/>
            <a:ext cx="11700884" cy="646331"/>
          </a:xfrm>
          <a:prstGeom prst="rect">
            <a:avLst/>
          </a:prstGeom>
          <a:solidFill>
            <a:schemeClr val="bg1">
              <a:lumMod val="95000"/>
            </a:schemeClr>
          </a:solidFill>
          <a:ln w="28575">
            <a:solidFill>
              <a:srgbClr val="E0700D"/>
            </a:solidFill>
          </a:ln>
        </p:spPr>
        <p:txBody>
          <a:bodyPr wrap="square" rtlCol="0">
            <a:spAutoFit/>
          </a:bodyPr>
          <a:lstStyle/>
          <a:p>
            <a:pPr algn="just"/>
            <a:r>
              <a:rPr lang="en-US" sz="1200" dirty="0">
                <a:latin typeface="Arial" panose="020B0604020202020204" pitchFamily="34" charset="0"/>
                <a:cs typeface="Arial" panose="020B0604020202020204" pitchFamily="34" charset="0"/>
              </a:rPr>
              <a:t>Aqui </a:t>
            </a:r>
            <a:r>
              <a:rPr lang="en-US" sz="1200" dirty="0" err="1">
                <a:latin typeface="Arial" panose="020B0604020202020204" pitchFamily="34" charset="0"/>
                <a:cs typeface="Arial" panose="020B0604020202020204" pitchFamily="34" charset="0"/>
              </a:rPr>
              <a:t>observamos</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el</a:t>
            </a:r>
            <a:r>
              <a:rPr lang="en-US" sz="1200" dirty="0">
                <a:latin typeface="Arial" panose="020B0604020202020204" pitchFamily="34" charset="0"/>
                <a:cs typeface="Arial" panose="020B0604020202020204" pitchFamily="34" charset="0"/>
              </a:rPr>
              <a:t> Bloque MMI. Los </a:t>
            </a:r>
            <a:r>
              <a:rPr lang="en-US" sz="1200" dirty="0" err="1">
                <a:latin typeface="Arial" panose="020B0604020202020204" pitchFamily="34" charset="0"/>
                <a:cs typeface="Arial" panose="020B0604020202020204" pitchFamily="34" charset="0"/>
              </a:rPr>
              <a:t>parámetros</a:t>
            </a:r>
            <a:r>
              <a:rPr lang="en-US" sz="1200" dirty="0">
                <a:latin typeface="Arial" panose="020B0604020202020204" pitchFamily="34" charset="0"/>
                <a:cs typeface="Arial" panose="020B0604020202020204" pitchFamily="34" charset="0"/>
              </a:rPr>
              <a:t> son </a:t>
            </a:r>
            <a:r>
              <a:rPr lang="en-US" sz="1200" dirty="0" err="1">
                <a:latin typeface="Arial" panose="020B0604020202020204" pitchFamily="34" charset="0"/>
                <a:cs typeface="Arial" panose="020B0604020202020204" pitchFamily="34" charset="0"/>
              </a:rPr>
              <a:t>los</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siguientes</a:t>
            </a:r>
            <a:r>
              <a:rPr lang="en-US" sz="1200" dirty="0">
                <a:latin typeface="Arial" panose="020B0604020202020204" pitchFamily="34" charset="0"/>
                <a:cs typeface="Arial" panose="020B0604020202020204" pitchFamily="34" charset="0"/>
              </a:rPr>
              <a:t> L_MMI = 34.2180 µm y </a:t>
            </a:r>
            <a:r>
              <a:rPr lang="en-US" sz="1200" dirty="0" err="1">
                <a:latin typeface="Arial" panose="020B0604020202020204" pitchFamily="34" charset="0"/>
                <a:cs typeface="Arial" panose="020B0604020202020204" pitchFamily="34" charset="0"/>
              </a:rPr>
              <a:t>W_wg</a:t>
            </a:r>
            <a:r>
              <a:rPr lang="en-US" sz="1200" dirty="0">
                <a:latin typeface="Arial" panose="020B0604020202020204" pitchFamily="34" charset="0"/>
                <a:cs typeface="Arial" panose="020B0604020202020204" pitchFamily="34" charset="0"/>
              </a:rPr>
              <a:t> = 1.0 µm con </a:t>
            </a:r>
            <a:r>
              <a:rPr lang="en-US" sz="1200" dirty="0" err="1">
                <a:latin typeface="Arial" panose="020B0604020202020204" pitchFamily="34" charset="0"/>
                <a:cs typeface="Arial" panose="020B0604020202020204" pitchFamily="34" charset="0"/>
              </a:rPr>
              <a:t>guías</a:t>
            </a:r>
            <a:r>
              <a:rPr lang="en-US" sz="1200" dirty="0">
                <a:latin typeface="Arial" panose="020B0604020202020204" pitchFamily="34" charset="0"/>
                <a:cs typeface="Arial" panose="020B0604020202020204" pitchFamily="34" charset="0"/>
              </a:rPr>
              <a:t> de </a:t>
            </a:r>
            <a:r>
              <a:rPr lang="en-US" sz="1200" dirty="0" err="1">
                <a:latin typeface="Arial" panose="020B0604020202020204" pitchFamily="34" charset="0"/>
                <a:cs typeface="Arial" panose="020B0604020202020204" pitchFamily="34" charset="0"/>
              </a:rPr>
              <a:t>acceso</a:t>
            </a:r>
            <a:r>
              <a:rPr lang="en-US" sz="1200" dirty="0">
                <a:latin typeface="Arial" panose="020B0604020202020204" pitchFamily="34" charset="0"/>
                <a:cs typeface="Arial" panose="020B0604020202020204" pitchFamily="34" charset="0"/>
              </a:rPr>
              <a:t> de </a:t>
            </a:r>
            <a:r>
              <a:rPr lang="en-US" sz="1200" dirty="0" err="1">
                <a:latin typeface="Arial" panose="020B0604020202020204" pitchFamily="34" charset="0"/>
                <a:cs typeface="Arial" panose="020B0604020202020204" pitchFamily="34" charset="0"/>
              </a:rPr>
              <a:t>L_wg</a:t>
            </a:r>
            <a:r>
              <a:rPr lang="en-US" sz="1200" dirty="0">
                <a:latin typeface="Arial" panose="020B0604020202020204" pitchFamily="34" charset="0"/>
                <a:cs typeface="Arial" panose="020B0604020202020204" pitchFamily="34" charset="0"/>
              </a:rPr>
              <a:t> = 10.0 µm y W_MMI = 6.6 µm. </a:t>
            </a:r>
            <a:r>
              <a:rPr lang="en-US" sz="1200" dirty="0" err="1">
                <a:latin typeface="Arial" panose="020B0604020202020204" pitchFamily="34" charset="0"/>
                <a:cs typeface="Arial" panose="020B0604020202020204" pitchFamily="34" charset="0"/>
              </a:rPr>
              <a:t>Igual</a:t>
            </a:r>
            <a:r>
              <a:rPr lang="en-US" sz="1200" dirty="0">
                <a:latin typeface="Arial" panose="020B0604020202020204" pitchFamily="34" charset="0"/>
                <a:cs typeface="Arial" panose="020B0604020202020204" pitchFamily="34" charset="0"/>
              </a:rPr>
              <a:t> y </a:t>
            </a:r>
            <a:r>
              <a:rPr lang="en-US" sz="1200" dirty="0" err="1">
                <a:latin typeface="Arial" panose="020B0604020202020204" pitchFamily="34" charset="0"/>
                <a:cs typeface="Arial" panose="020B0604020202020204" pitchFamily="34" charset="0"/>
              </a:rPr>
              <a:t>en</a:t>
            </a:r>
            <a:r>
              <a:rPr lang="en-US" sz="1200" dirty="0">
                <a:latin typeface="Arial" panose="020B0604020202020204" pitchFamily="34" charset="0"/>
                <a:cs typeface="Arial" panose="020B0604020202020204" pitchFamily="34" charset="0"/>
              </a:rPr>
              <a:t> la </a:t>
            </a:r>
            <a:r>
              <a:rPr lang="en-US" sz="1200" dirty="0" err="1">
                <a:latin typeface="Arial" panose="020B0604020202020204" pitchFamily="34" charset="0"/>
                <a:cs typeface="Arial" panose="020B0604020202020204" pitchFamily="34" charset="0"/>
              </a:rPr>
              <a:t>misma</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medida</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que</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en</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el</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bloque</a:t>
            </a:r>
            <a:r>
              <a:rPr lang="en-US" sz="1200" dirty="0">
                <a:latin typeface="Arial" panose="020B0604020202020204" pitchFamily="34" charset="0"/>
                <a:cs typeface="Arial" panose="020B0604020202020204" pitchFamily="34" charset="0"/>
              </a:rPr>
              <a:t> anterior hay </a:t>
            </a:r>
            <a:r>
              <a:rPr lang="en-US" sz="1200" dirty="0" err="1">
                <a:latin typeface="Arial" panose="020B0604020202020204" pitchFamily="34" charset="0"/>
                <a:cs typeface="Arial" panose="020B0604020202020204" pitchFamily="34" charset="0"/>
              </a:rPr>
              <a:t>una</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curvatura</a:t>
            </a:r>
            <a:r>
              <a:rPr lang="en-US" sz="1200" dirty="0">
                <a:latin typeface="Arial" panose="020B0604020202020204" pitchFamily="34" charset="0"/>
                <a:cs typeface="Arial" panose="020B0604020202020204" pitchFamily="34" charset="0"/>
              </a:rPr>
              <a:t> de las </a:t>
            </a:r>
            <a:r>
              <a:rPr lang="en-US" sz="1200" dirty="0" err="1">
                <a:latin typeface="Arial" panose="020B0604020202020204" pitchFamily="34" charset="0"/>
                <a:cs typeface="Arial" panose="020B0604020202020204" pitchFamily="34" charset="0"/>
              </a:rPr>
              <a:t>guías</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respecto</a:t>
            </a:r>
            <a:r>
              <a:rPr lang="en-US" sz="1200" dirty="0">
                <a:latin typeface="Arial" panose="020B0604020202020204" pitchFamily="34" charset="0"/>
                <a:cs typeface="Arial" panose="020B0604020202020204" pitchFamily="34" charset="0"/>
              </a:rPr>
              <a:t> al </a:t>
            </a:r>
            <a:r>
              <a:rPr lang="en-US" sz="1200" dirty="0" err="1">
                <a:latin typeface="Arial" panose="020B0604020202020204" pitchFamily="34" charset="0"/>
                <a:cs typeface="Arial" panose="020B0604020202020204" pitchFamily="34" charset="0"/>
              </a:rPr>
              <a:t>eje</a:t>
            </a:r>
            <a:r>
              <a:rPr lang="en-US" sz="1200" dirty="0">
                <a:latin typeface="Arial" panose="020B0604020202020204" pitchFamily="34" charset="0"/>
                <a:cs typeface="Arial" panose="020B0604020202020204" pitchFamily="34" charset="0"/>
              </a:rPr>
              <a:t> central, </a:t>
            </a:r>
            <a:r>
              <a:rPr lang="en-US" sz="1200" dirty="0" err="1">
                <a:latin typeface="Arial" panose="020B0604020202020204" pitchFamily="34" charset="0"/>
                <a:cs typeface="Arial" panose="020B0604020202020204" pitchFamily="34" charset="0"/>
              </a:rPr>
              <a:t>que</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suele</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facilitar</a:t>
            </a:r>
            <a:r>
              <a:rPr lang="en-US" sz="1200" dirty="0">
                <a:latin typeface="Arial" panose="020B0604020202020204" pitchFamily="34" charset="0"/>
                <a:cs typeface="Arial" panose="020B0604020202020204" pitchFamily="34" charset="0"/>
              </a:rPr>
              <a:t> la </a:t>
            </a:r>
            <a:r>
              <a:rPr lang="en-US" sz="1200" dirty="0" err="1">
                <a:latin typeface="Arial" panose="020B0604020202020204" pitchFamily="34" charset="0"/>
                <a:cs typeface="Arial" panose="020B0604020202020204" pitchFamily="34" charset="0"/>
              </a:rPr>
              <a:t>conexión</a:t>
            </a:r>
            <a:r>
              <a:rPr lang="en-US" sz="1200" dirty="0">
                <a:latin typeface="Arial" panose="020B0604020202020204" pitchFamily="34" charset="0"/>
                <a:cs typeface="Arial" panose="020B0604020202020204" pitchFamily="34" charset="0"/>
              </a:rPr>
              <a:t> con </a:t>
            </a:r>
            <a:r>
              <a:rPr lang="en-US" sz="1200" dirty="0" err="1">
                <a:latin typeface="Arial" panose="020B0604020202020204" pitchFamily="34" charset="0"/>
                <a:cs typeface="Arial" panose="020B0604020202020204" pitchFamily="34" charset="0"/>
              </a:rPr>
              <a:t>el</a:t>
            </a:r>
            <a:r>
              <a:rPr lang="en-US" sz="1200" dirty="0">
                <a:latin typeface="Arial" panose="020B0604020202020204" pitchFamily="34" charset="0"/>
                <a:cs typeface="Arial" panose="020B0604020202020204" pitchFamily="34" charset="0"/>
              </a:rPr>
              <a:t> resto de </a:t>
            </a:r>
            <a:r>
              <a:rPr lang="en-US" sz="1200" dirty="0" err="1">
                <a:latin typeface="Arial" panose="020B0604020202020204" pitchFamily="34" charset="0"/>
                <a:cs typeface="Arial" panose="020B0604020202020204" pitchFamily="34" charset="0"/>
              </a:rPr>
              <a:t>componentes</a:t>
            </a:r>
            <a:r>
              <a:rPr lang="en-US" sz="1200" dirty="0">
                <a:latin typeface="Arial" panose="020B0604020202020204" pitchFamily="34" charset="0"/>
                <a:cs typeface="Arial" panose="020B0604020202020204" pitchFamily="34" charset="0"/>
              </a:rPr>
              <a:t>. Como </a:t>
            </a:r>
            <a:r>
              <a:rPr lang="en-US" sz="1200" dirty="0" err="1">
                <a:latin typeface="Arial" panose="020B0604020202020204" pitchFamily="34" charset="0"/>
                <a:cs typeface="Arial" panose="020B0604020202020204" pitchFamily="34" charset="0"/>
              </a:rPr>
              <a:t>ya</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sabemos</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según</a:t>
            </a:r>
            <a:r>
              <a:rPr lang="en-US" sz="1200" dirty="0">
                <a:latin typeface="Arial" panose="020B0604020202020204" pitchFamily="34" charset="0"/>
                <a:cs typeface="Arial" panose="020B0604020202020204" pitchFamily="34" charset="0"/>
              </a:rPr>
              <a:t> la </a:t>
            </a:r>
            <a:r>
              <a:rPr lang="en-US" sz="1200" dirty="0" err="1">
                <a:latin typeface="Arial" panose="020B0604020202020204" pitchFamily="34" charset="0"/>
                <a:cs typeface="Arial" panose="020B0604020202020204" pitchFamily="34" charset="0"/>
              </a:rPr>
              <a:t>configuración</a:t>
            </a:r>
            <a:r>
              <a:rPr lang="en-US" sz="1200" dirty="0">
                <a:latin typeface="Arial" panose="020B0604020202020204" pitchFamily="34" charset="0"/>
                <a:cs typeface="Arial" panose="020B0604020202020204" pitchFamily="34" charset="0"/>
              </a:rPr>
              <a:t> de las entradas y </a:t>
            </a:r>
            <a:r>
              <a:rPr lang="en-US" sz="1200" dirty="0" err="1">
                <a:latin typeface="Arial" panose="020B0604020202020204" pitchFamily="34" charset="0"/>
                <a:cs typeface="Arial" panose="020B0604020202020204" pitchFamily="34" charset="0"/>
              </a:rPr>
              <a:t>salidas</a:t>
            </a:r>
            <a:r>
              <a:rPr lang="en-US" sz="1200" dirty="0">
                <a:latin typeface="Arial" panose="020B0604020202020204" pitchFamily="34" charset="0"/>
                <a:cs typeface="Arial" panose="020B0604020202020204" pitchFamily="34" charset="0"/>
              </a:rPr>
              <a:t> y de la </a:t>
            </a:r>
            <a:r>
              <a:rPr lang="en-US" sz="1200" dirty="0" err="1">
                <a:latin typeface="Arial" panose="020B0604020202020204" pitchFamily="34" charset="0"/>
                <a:cs typeface="Arial" panose="020B0604020202020204" pitchFamily="34" charset="0"/>
              </a:rPr>
              <a:t>longitud</a:t>
            </a:r>
            <a:r>
              <a:rPr lang="en-US" sz="1200" dirty="0">
                <a:latin typeface="Arial" panose="020B0604020202020204" pitchFamily="34" charset="0"/>
                <a:cs typeface="Arial" panose="020B0604020202020204" pitchFamily="34" charset="0"/>
              </a:rPr>
              <a:t> del </a:t>
            </a:r>
            <a:r>
              <a:rPr lang="en-US" sz="1200" dirty="0" err="1">
                <a:latin typeface="Arial" panose="020B0604020202020204" pitchFamily="34" charset="0"/>
                <a:cs typeface="Arial" panose="020B0604020202020204" pitchFamily="34" charset="0"/>
              </a:rPr>
              <a:t>bloque</a:t>
            </a:r>
            <a:r>
              <a:rPr lang="en-US" sz="1200" dirty="0">
                <a:latin typeface="Arial" panose="020B0604020202020204" pitchFamily="34" charset="0"/>
                <a:cs typeface="Arial" panose="020B0604020202020204" pitchFamily="34" charset="0"/>
              </a:rPr>
              <a:t> se </a:t>
            </a:r>
            <a:r>
              <a:rPr lang="en-US" sz="1200" dirty="0" err="1">
                <a:latin typeface="Arial" panose="020B0604020202020204" pitchFamily="34" charset="0"/>
                <a:cs typeface="Arial" panose="020B0604020202020204" pitchFamily="34" charset="0"/>
              </a:rPr>
              <a:t>obtiene</a:t>
            </a:r>
            <a:r>
              <a:rPr lang="en-US" sz="1200" dirty="0">
                <a:latin typeface="Arial" panose="020B0604020202020204" pitchFamily="34" charset="0"/>
                <a:cs typeface="Arial" panose="020B0604020202020204" pitchFamily="34" charset="0"/>
              </a:rPr>
              <a:t> un </a:t>
            </a:r>
            <a:r>
              <a:rPr lang="en-US" sz="1200" dirty="0" err="1">
                <a:latin typeface="Arial" panose="020B0604020202020204" pitchFamily="34" charset="0"/>
                <a:cs typeface="Arial" panose="020B0604020202020204" pitchFamily="34" charset="0"/>
              </a:rPr>
              <a:t>tipo</a:t>
            </a:r>
            <a:r>
              <a:rPr lang="en-US" sz="1200" dirty="0">
                <a:latin typeface="Arial" panose="020B0604020202020204" pitchFamily="34" charset="0"/>
                <a:cs typeface="Arial" panose="020B0604020202020204" pitchFamily="34" charset="0"/>
              </a:rPr>
              <a:t> de </a:t>
            </a:r>
            <a:r>
              <a:rPr lang="en-US" sz="1200" dirty="0" err="1">
                <a:latin typeface="Arial" panose="020B0604020202020204" pitchFamily="34" charset="0"/>
                <a:cs typeface="Arial" panose="020B0604020202020204" pitchFamily="34" charset="0"/>
              </a:rPr>
              <a:t>interferencia</a:t>
            </a:r>
            <a:r>
              <a:rPr lang="en-US" sz="1200" dirty="0">
                <a:latin typeface="Arial" panose="020B0604020202020204" pitchFamily="34" charset="0"/>
                <a:cs typeface="Arial" panose="020B0604020202020204" pitchFamily="34" charset="0"/>
              </a:rPr>
              <a:t> u </a:t>
            </a:r>
            <a:r>
              <a:rPr lang="en-US" sz="1200" dirty="0" err="1">
                <a:latin typeface="Arial" panose="020B0604020202020204" pitchFamily="34" charset="0"/>
                <a:cs typeface="Arial" panose="020B0604020202020204" pitchFamily="34" charset="0"/>
              </a:rPr>
              <a:t>otra</a:t>
            </a:r>
            <a:r>
              <a:rPr lang="en-US" sz="1200" dirty="0">
                <a:latin typeface="Arial" panose="020B0604020202020204" pitchFamily="34" charset="0"/>
                <a:cs typeface="Arial" panose="020B0604020202020204" pitchFamily="34" charset="0"/>
              </a:rPr>
              <a:t>.</a:t>
            </a:r>
          </a:p>
        </p:txBody>
      </p:sp>
      <p:sp>
        <p:nvSpPr>
          <p:cNvPr id="6" name="Rectángulo 5">
            <a:extLst>
              <a:ext uri="{FF2B5EF4-FFF2-40B4-BE49-F238E27FC236}">
                <a16:creationId xmlns:a16="http://schemas.microsoft.com/office/drawing/2014/main" id="{B692B07D-64FB-A9E2-3EEF-ABD0D1A52894}"/>
              </a:ext>
            </a:extLst>
          </p:cNvPr>
          <p:cNvSpPr/>
          <p:nvPr/>
        </p:nvSpPr>
        <p:spPr>
          <a:xfrm>
            <a:off x="304800" y="1305382"/>
            <a:ext cx="6343839" cy="4146235"/>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Rectángulo 7">
            <a:extLst>
              <a:ext uri="{FF2B5EF4-FFF2-40B4-BE49-F238E27FC236}">
                <a16:creationId xmlns:a16="http://schemas.microsoft.com/office/drawing/2014/main" id="{7156743E-D42E-F457-3278-4A51E56A362E}"/>
              </a:ext>
            </a:extLst>
          </p:cNvPr>
          <p:cNvSpPr/>
          <p:nvPr/>
        </p:nvSpPr>
        <p:spPr>
          <a:xfrm>
            <a:off x="6783018" y="1305383"/>
            <a:ext cx="5222667" cy="4146234"/>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7" name="Picture 6">
            <a:extLst>
              <a:ext uri="{FF2B5EF4-FFF2-40B4-BE49-F238E27FC236}">
                <a16:creationId xmlns:a16="http://schemas.microsoft.com/office/drawing/2014/main" id="{C88B922E-F805-9A9F-7FE6-344E9CB2BA9C}"/>
              </a:ext>
            </a:extLst>
          </p:cNvPr>
          <p:cNvPicPr>
            <a:picLocks noChangeAspect="1"/>
          </p:cNvPicPr>
          <p:nvPr/>
        </p:nvPicPr>
        <p:blipFill>
          <a:blip r:embed="rId4"/>
          <a:stretch>
            <a:fillRect/>
          </a:stretch>
        </p:blipFill>
        <p:spPr>
          <a:xfrm>
            <a:off x="6817543" y="1429900"/>
            <a:ext cx="5222667" cy="3942601"/>
          </a:xfrm>
          <a:prstGeom prst="rect">
            <a:avLst/>
          </a:prstGeom>
        </p:spPr>
      </p:pic>
      <p:pic>
        <p:nvPicPr>
          <p:cNvPr id="10" name="Picture 9">
            <a:extLst>
              <a:ext uri="{FF2B5EF4-FFF2-40B4-BE49-F238E27FC236}">
                <a16:creationId xmlns:a16="http://schemas.microsoft.com/office/drawing/2014/main" id="{16F381D2-815A-2133-E51A-8C11C4E7E2B8}"/>
              </a:ext>
            </a:extLst>
          </p:cNvPr>
          <p:cNvPicPr>
            <a:picLocks noChangeAspect="1"/>
          </p:cNvPicPr>
          <p:nvPr/>
        </p:nvPicPr>
        <p:blipFill>
          <a:blip r:embed="rId5"/>
          <a:stretch>
            <a:fillRect/>
          </a:stretch>
        </p:blipFill>
        <p:spPr>
          <a:xfrm>
            <a:off x="341106" y="1410540"/>
            <a:ext cx="2088694" cy="3961961"/>
          </a:xfrm>
          <a:prstGeom prst="rect">
            <a:avLst/>
          </a:prstGeom>
        </p:spPr>
      </p:pic>
      <p:pic>
        <p:nvPicPr>
          <p:cNvPr id="13" name="Picture 12">
            <a:extLst>
              <a:ext uri="{FF2B5EF4-FFF2-40B4-BE49-F238E27FC236}">
                <a16:creationId xmlns:a16="http://schemas.microsoft.com/office/drawing/2014/main" id="{66F0BCBF-E416-F16C-8297-CA8D8C093F22}"/>
              </a:ext>
            </a:extLst>
          </p:cNvPr>
          <p:cNvPicPr>
            <a:picLocks noChangeAspect="1"/>
          </p:cNvPicPr>
          <p:nvPr/>
        </p:nvPicPr>
        <p:blipFill>
          <a:blip r:embed="rId6"/>
          <a:stretch>
            <a:fillRect/>
          </a:stretch>
        </p:blipFill>
        <p:spPr>
          <a:xfrm>
            <a:off x="2466106" y="1410540"/>
            <a:ext cx="2092218" cy="3961961"/>
          </a:xfrm>
          <a:prstGeom prst="rect">
            <a:avLst/>
          </a:prstGeom>
        </p:spPr>
      </p:pic>
      <p:pic>
        <p:nvPicPr>
          <p:cNvPr id="15" name="Picture 14">
            <a:extLst>
              <a:ext uri="{FF2B5EF4-FFF2-40B4-BE49-F238E27FC236}">
                <a16:creationId xmlns:a16="http://schemas.microsoft.com/office/drawing/2014/main" id="{8E10AA03-DDC5-D6F9-734B-98AD3CDE117F}"/>
              </a:ext>
            </a:extLst>
          </p:cNvPr>
          <p:cNvPicPr>
            <a:picLocks noChangeAspect="1"/>
          </p:cNvPicPr>
          <p:nvPr/>
        </p:nvPicPr>
        <p:blipFill>
          <a:blip r:embed="rId7"/>
          <a:stretch>
            <a:fillRect/>
          </a:stretch>
        </p:blipFill>
        <p:spPr>
          <a:xfrm>
            <a:off x="4594470" y="1397518"/>
            <a:ext cx="2054169" cy="3961961"/>
          </a:xfrm>
          <a:prstGeom prst="rect">
            <a:avLst/>
          </a:prstGeom>
        </p:spPr>
      </p:pic>
    </p:spTree>
    <p:extLst>
      <p:ext uri="{BB962C8B-B14F-4D97-AF65-F5344CB8AC3E}">
        <p14:creationId xmlns:p14="http://schemas.microsoft.com/office/powerpoint/2010/main" val="230642546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6EFF6C0-1F4A-2B98-B7D8-69581680E0E5}"/>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B852C59B-A831-53D5-030D-0B24050602D1}"/>
              </a:ext>
            </a:extLst>
          </p:cNvPr>
          <p:cNvSpPr txBox="1">
            <a:spLocks noGrp="1"/>
          </p:cNvSpPr>
          <p:nvPr>
            <p:ph type="title"/>
          </p:nvPr>
        </p:nvSpPr>
        <p:spPr>
          <a:xfrm>
            <a:off x="615926" y="139568"/>
            <a:ext cx="10994410" cy="951543"/>
          </a:xfrm>
          <a:prstGeom prst="rect">
            <a:avLst/>
          </a:prstGeom>
        </p:spPr>
        <p:txBody>
          <a:bodyPr vert="horz" wrap="square" lIns="0" tIns="12700" rIns="0" bIns="0" rtlCol="0">
            <a:spAutoFit/>
          </a:bodyPr>
          <a:lstStyle/>
          <a:p>
            <a:pPr marL="12700" algn="just">
              <a:lnSpc>
                <a:spcPct val="100000"/>
              </a:lnSpc>
              <a:spcBef>
                <a:spcPts val="100"/>
              </a:spcBef>
            </a:pPr>
            <a:r>
              <a:rPr lang="en-US" sz="2500" dirty="0"/>
              <a:t>Learning outcome #1b – Notebook section 1. Technology – </a:t>
            </a:r>
            <a:r>
              <a:rPr lang="en-US" sz="2500" dirty="0">
                <a:solidFill>
                  <a:srgbClr val="FF0000"/>
                </a:solidFill>
              </a:rPr>
              <a:t>MZI</a:t>
            </a:r>
            <a:br>
              <a:rPr lang="en-US" sz="2500" dirty="0"/>
            </a:br>
            <a:r>
              <a:rPr lang="en-US" sz="1800" b="0" i="1" dirty="0"/>
              <a:t>“Use your design results from Lab2 and Lab3 to create layout instances of your designed components: DCs, MMIs, MZIs &amp; Ring Resonators”</a:t>
            </a:r>
            <a:endParaRPr sz="2500" b="0" i="1" dirty="0">
              <a:latin typeface="+mj-lt"/>
              <a:cs typeface="Lucida Sans"/>
            </a:endParaRPr>
          </a:p>
        </p:txBody>
      </p:sp>
      <p:pic>
        <p:nvPicPr>
          <p:cNvPr id="83" name="Gráfico 82">
            <a:extLst>
              <a:ext uri="{FF2B5EF4-FFF2-40B4-BE49-F238E27FC236}">
                <a16:creationId xmlns:a16="http://schemas.microsoft.com/office/drawing/2014/main" id="{9F9A21D5-DDD0-A5AE-ABE9-4524F17B47E4}"/>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552D9653-CB6D-0BC5-9C16-CF4E3CC44A9B}"/>
              </a:ext>
            </a:extLst>
          </p:cNvPr>
          <p:cNvSpPr>
            <a:spLocks noGrp="1"/>
          </p:cNvSpPr>
          <p:nvPr>
            <p:ph type="sldNum" sz="quarter" idx="7"/>
          </p:nvPr>
        </p:nvSpPr>
        <p:spPr/>
        <p:txBody>
          <a:bodyPr/>
          <a:lstStyle/>
          <a:p>
            <a:fld id="{B6F15528-21DE-4FAA-801E-634DDDAF4B2B}" type="slidenum">
              <a:rPr lang="es-ES" smtClean="0"/>
              <a:t>6</a:t>
            </a:fld>
            <a:endParaRPr lang="es-ES"/>
          </a:p>
        </p:txBody>
      </p:sp>
      <p:sp>
        <p:nvSpPr>
          <p:cNvPr id="3" name="Marcador de pie de página 2">
            <a:extLst>
              <a:ext uri="{FF2B5EF4-FFF2-40B4-BE49-F238E27FC236}">
                <a16:creationId xmlns:a16="http://schemas.microsoft.com/office/drawing/2014/main" id="{1C7A215F-2065-D8E1-F464-1D74292677FD}"/>
              </a:ext>
            </a:extLst>
          </p:cNvPr>
          <p:cNvSpPr>
            <a:spLocks noGrp="1"/>
          </p:cNvSpPr>
          <p:nvPr>
            <p:ph type="ftr" sz="quarter" idx="5"/>
          </p:nvPr>
        </p:nvSpPr>
        <p:spPr/>
        <p:txBody>
          <a:bodyPr/>
          <a:lstStyle/>
          <a:p>
            <a:pPr marL="12700">
              <a:spcBef>
                <a:spcPts val="15"/>
              </a:spcBef>
            </a:pPr>
            <a:r>
              <a:rPr lang="es-ES" spc="-5"/>
              <a:t>LAB 4.0. LAYOUT</a:t>
            </a:r>
            <a:endParaRPr lang="es-ES" spc="-5" dirty="0"/>
          </a:p>
        </p:txBody>
      </p:sp>
      <p:sp>
        <p:nvSpPr>
          <p:cNvPr id="2" name="CuadroTexto 1">
            <a:extLst>
              <a:ext uri="{FF2B5EF4-FFF2-40B4-BE49-F238E27FC236}">
                <a16:creationId xmlns:a16="http://schemas.microsoft.com/office/drawing/2014/main" id="{42E45287-D7DB-77C3-B26A-5C3AF633A980}"/>
              </a:ext>
            </a:extLst>
          </p:cNvPr>
          <p:cNvSpPr txBox="1"/>
          <p:nvPr/>
        </p:nvSpPr>
        <p:spPr>
          <a:xfrm>
            <a:off x="312780" y="5542091"/>
            <a:ext cx="11600701" cy="461665"/>
          </a:xfrm>
          <a:prstGeom prst="rect">
            <a:avLst/>
          </a:prstGeom>
          <a:solidFill>
            <a:schemeClr val="bg1">
              <a:lumMod val="95000"/>
            </a:schemeClr>
          </a:solidFill>
          <a:ln w="28575">
            <a:solidFill>
              <a:srgbClr val="E0700D"/>
            </a:solidFill>
          </a:ln>
        </p:spPr>
        <p:txBody>
          <a:bodyPr wrap="square" rtlCol="0">
            <a:spAutoFit/>
          </a:bodyPr>
          <a:lstStyle/>
          <a:p>
            <a:pPr algn="just"/>
            <a:r>
              <a:rPr lang="en-US" sz="1200" dirty="0">
                <a:latin typeface="Arial" panose="020B0604020202020204" pitchFamily="34" charset="0"/>
                <a:cs typeface="Arial" panose="020B0604020202020204" pitchFamily="34" charset="0"/>
              </a:rPr>
              <a:t>Podemos </a:t>
            </a:r>
            <a:r>
              <a:rPr lang="en-US" sz="1200" dirty="0" err="1">
                <a:latin typeface="Arial" panose="020B0604020202020204" pitchFamily="34" charset="0"/>
                <a:cs typeface="Arial" panose="020B0604020202020204" pitchFamily="34" charset="0"/>
              </a:rPr>
              <a:t>ahora</a:t>
            </a:r>
            <a:r>
              <a:rPr lang="en-US" sz="1200" dirty="0">
                <a:latin typeface="Arial" panose="020B0604020202020204" pitchFamily="34" charset="0"/>
                <a:cs typeface="Arial" panose="020B0604020202020204" pitchFamily="34" charset="0"/>
              </a:rPr>
              <a:t> observer </a:t>
            </a:r>
            <a:r>
              <a:rPr lang="en-US" sz="1200" dirty="0" err="1">
                <a:latin typeface="Arial" panose="020B0604020202020204" pitchFamily="34" charset="0"/>
                <a:cs typeface="Arial" panose="020B0604020202020204" pitchFamily="34" charset="0"/>
              </a:rPr>
              <a:t>el</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interferómetro</a:t>
            </a:r>
            <a:r>
              <a:rPr lang="en-US" sz="1200" dirty="0">
                <a:latin typeface="Arial" panose="020B0604020202020204" pitchFamily="34" charset="0"/>
                <a:cs typeface="Arial" panose="020B0604020202020204" pitchFamily="34" charset="0"/>
              </a:rPr>
              <a:t> Mach-Zehnder (MZI) </a:t>
            </a:r>
            <a:r>
              <a:rPr lang="en-US" sz="1200" dirty="0" err="1">
                <a:latin typeface="Arial" panose="020B0604020202020204" pitchFamily="34" charset="0"/>
                <a:cs typeface="Arial" panose="020B0604020202020204" pitchFamily="34" charset="0"/>
              </a:rPr>
              <a:t>diseñado</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en</a:t>
            </a:r>
            <a:r>
              <a:rPr lang="en-US" sz="1200" dirty="0">
                <a:latin typeface="Arial" panose="020B0604020202020204" pitchFamily="34" charset="0"/>
                <a:cs typeface="Arial" panose="020B0604020202020204" pitchFamily="34" charset="0"/>
              </a:rPr>
              <a:t> Lab3, </a:t>
            </a:r>
            <a:r>
              <a:rPr lang="en-US" sz="1200" dirty="0" err="1">
                <a:latin typeface="Arial" panose="020B0604020202020204" pitchFamily="34" charset="0"/>
                <a:cs typeface="Arial" panose="020B0604020202020204" pitchFamily="34" charset="0"/>
              </a:rPr>
              <a:t>el</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cual</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formamos</a:t>
            </a:r>
            <a:r>
              <a:rPr lang="en-US" sz="1200" dirty="0">
                <a:latin typeface="Arial" panose="020B0604020202020204" pitchFamily="34" charset="0"/>
                <a:cs typeface="Arial" panose="020B0604020202020204" pitchFamily="34" charset="0"/>
              </a:rPr>
              <a:t> a </a:t>
            </a:r>
            <a:r>
              <a:rPr lang="en-US" sz="1200" dirty="0" err="1">
                <a:latin typeface="Arial" panose="020B0604020202020204" pitchFamily="34" charset="0"/>
                <a:cs typeface="Arial" panose="020B0604020202020204" pitchFamily="34" charset="0"/>
              </a:rPr>
              <a:t>partir</a:t>
            </a:r>
            <a:r>
              <a:rPr lang="en-US" sz="1200" dirty="0">
                <a:latin typeface="Arial" panose="020B0604020202020204" pitchFamily="34" charset="0"/>
                <a:cs typeface="Arial" panose="020B0604020202020204" pitchFamily="34" charset="0"/>
              </a:rPr>
              <a:t> de dos MMI </a:t>
            </a:r>
            <a:r>
              <a:rPr lang="en-US" sz="1200" dirty="0" err="1">
                <a:latin typeface="Arial" panose="020B0604020202020204" pitchFamily="34" charset="0"/>
                <a:cs typeface="Arial" panose="020B0604020202020204" pitchFamily="34" charset="0"/>
              </a:rPr>
              <a:t>interconectados</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por</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guías</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rectangulares</a:t>
            </a:r>
            <a:r>
              <a:rPr lang="en-US" sz="1200" dirty="0">
                <a:latin typeface="Arial" panose="020B0604020202020204" pitchFamily="34" charset="0"/>
                <a:cs typeface="Arial" panose="020B0604020202020204" pitchFamily="34" charset="0"/>
              </a:rPr>
              <a:t>. Los </a:t>
            </a:r>
            <a:r>
              <a:rPr lang="en-US" sz="1200" dirty="0" err="1">
                <a:latin typeface="Arial" panose="020B0604020202020204" pitchFamily="34" charset="0"/>
                <a:cs typeface="Arial" panose="020B0604020202020204" pitchFamily="34" charset="0"/>
              </a:rPr>
              <a:t>principales</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parámetros</a:t>
            </a:r>
            <a:r>
              <a:rPr lang="en-US" sz="1200" dirty="0">
                <a:latin typeface="Arial" panose="020B0604020202020204" pitchFamily="34" charset="0"/>
                <a:cs typeface="Arial" panose="020B0604020202020204" pitchFamily="34" charset="0"/>
              </a:rPr>
              <a:t> son </a:t>
            </a:r>
            <a:r>
              <a:rPr lang="en-US" sz="1200" dirty="0" err="1">
                <a:latin typeface="Arial" panose="020B0604020202020204" pitchFamily="34" charset="0"/>
                <a:cs typeface="Arial" panose="020B0604020202020204" pitchFamily="34" charset="0"/>
              </a:rPr>
              <a:t>igual</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que</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en</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el</a:t>
            </a:r>
            <a:r>
              <a:rPr lang="en-US" sz="1200" dirty="0">
                <a:latin typeface="Arial" panose="020B0604020202020204" pitchFamily="34" charset="0"/>
                <a:cs typeface="Arial" panose="020B0604020202020204" pitchFamily="34" charset="0"/>
              </a:rPr>
              <a:t> MMI del </a:t>
            </a:r>
            <a:r>
              <a:rPr lang="en-US" sz="1200" dirty="0" err="1">
                <a:latin typeface="Arial" panose="020B0604020202020204" pitchFamily="34" charset="0"/>
                <a:cs typeface="Arial" panose="020B0604020202020204" pitchFamily="34" charset="0"/>
              </a:rPr>
              <a:t>ejercicio</a:t>
            </a:r>
            <a:r>
              <a:rPr lang="en-US" sz="1200" dirty="0">
                <a:latin typeface="Arial" panose="020B0604020202020204" pitchFamily="34" charset="0"/>
                <a:cs typeface="Arial" panose="020B0604020202020204" pitchFamily="34" charset="0"/>
              </a:rPr>
              <a:t> anterior: W_MMI = 6.6 µm, L_MMI = 34.2180 µm, </a:t>
            </a:r>
            <a:r>
              <a:rPr lang="en-US" sz="1200" dirty="0" err="1">
                <a:latin typeface="Arial" panose="020B0604020202020204" pitchFamily="34" charset="0"/>
                <a:cs typeface="Arial" panose="020B0604020202020204" pitchFamily="34" charset="0"/>
              </a:rPr>
              <a:t>W_wg</a:t>
            </a:r>
            <a:r>
              <a:rPr lang="en-US" sz="1200" dirty="0">
                <a:latin typeface="Arial" panose="020B0604020202020204" pitchFamily="34" charset="0"/>
                <a:cs typeface="Arial" panose="020B0604020202020204" pitchFamily="34" charset="0"/>
              </a:rPr>
              <a:t> = 1.0 µm y </a:t>
            </a:r>
            <a:r>
              <a:rPr lang="en-US" sz="1200" dirty="0" err="1">
                <a:latin typeface="Arial" panose="020B0604020202020204" pitchFamily="34" charset="0"/>
                <a:cs typeface="Arial" panose="020B0604020202020204" pitchFamily="34" charset="0"/>
              </a:rPr>
              <a:t>L_wg</a:t>
            </a:r>
            <a:r>
              <a:rPr lang="en-US" sz="1200" dirty="0">
                <a:latin typeface="Arial" panose="020B0604020202020204" pitchFamily="34" charset="0"/>
                <a:cs typeface="Arial" panose="020B0604020202020204" pitchFamily="34" charset="0"/>
              </a:rPr>
              <a:t> = 10.0 µm.</a:t>
            </a:r>
          </a:p>
        </p:txBody>
      </p:sp>
      <p:sp>
        <p:nvSpPr>
          <p:cNvPr id="6" name="Rectángulo 5">
            <a:extLst>
              <a:ext uri="{FF2B5EF4-FFF2-40B4-BE49-F238E27FC236}">
                <a16:creationId xmlns:a16="http://schemas.microsoft.com/office/drawing/2014/main" id="{A57DD567-E83D-470F-98BD-CB124A78A4AC}"/>
              </a:ext>
            </a:extLst>
          </p:cNvPr>
          <p:cNvSpPr/>
          <p:nvPr/>
        </p:nvSpPr>
        <p:spPr>
          <a:xfrm>
            <a:off x="286499" y="1305382"/>
            <a:ext cx="6266702" cy="4146235"/>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Rectángulo 7">
            <a:extLst>
              <a:ext uri="{FF2B5EF4-FFF2-40B4-BE49-F238E27FC236}">
                <a16:creationId xmlns:a16="http://schemas.microsoft.com/office/drawing/2014/main" id="{92D09ADB-B863-9BE6-1EC8-0F9085E2F69D}"/>
              </a:ext>
            </a:extLst>
          </p:cNvPr>
          <p:cNvSpPr/>
          <p:nvPr/>
        </p:nvSpPr>
        <p:spPr>
          <a:xfrm>
            <a:off x="6941964" y="1305383"/>
            <a:ext cx="4945235" cy="4146234"/>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7" name="Picture 6">
            <a:extLst>
              <a:ext uri="{FF2B5EF4-FFF2-40B4-BE49-F238E27FC236}">
                <a16:creationId xmlns:a16="http://schemas.microsoft.com/office/drawing/2014/main" id="{1C32E248-E483-C695-7B9F-7E50ED9017DE}"/>
              </a:ext>
            </a:extLst>
          </p:cNvPr>
          <p:cNvPicPr>
            <a:picLocks noChangeAspect="1"/>
          </p:cNvPicPr>
          <p:nvPr/>
        </p:nvPicPr>
        <p:blipFill>
          <a:blip r:embed="rId4"/>
          <a:stretch>
            <a:fillRect/>
          </a:stretch>
        </p:blipFill>
        <p:spPr>
          <a:xfrm>
            <a:off x="6941965" y="1550248"/>
            <a:ext cx="4925780" cy="3718481"/>
          </a:xfrm>
          <a:prstGeom prst="rect">
            <a:avLst/>
          </a:prstGeom>
        </p:spPr>
      </p:pic>
      <p:pic>
        <p:nvPicPr>
          <p:cNvPr id="10" name="Picture 9">
            <a:extLst>
              <a:ext uri="{FF2B5EF4-FFF2-40B4-BE49-F238E27FC236}">
                <a16:creationId xmlns:a16="http://schemas.microsoft.com/office/drawing/2014/main" id="{F66BB324-0CA2-BCFD-3AA6-247D5DF7DA9A}"/>
              </a:ext>
            </a:extLst>
          </p:cNvPr>
          <p:cNvPicPr>
            <a:picLocks noChangeAspect="1"/>
          </p:cNvPicPr>
          <p:nvPr/>
        </p:nvPicPr>
        <p:blipFill>
          <a:blip r:embed="rId5"/>
          <a:stretch>
            <a:fillRect/>
          </a:stretch>
        </p:blipFill>
        <p:spPr>
          <a:xfrm>
            <a:off x="371678" y="1788886"/>
            <a:ext cx="3023853" cy="3431381"/>
          </a:xfrm>
          <a:prstGeom prst="rect">
            <a:avLst/>
          </a:prstGeom>
        </p:spPr>
      </p:pic>
      <p:pic>
        <p:nvPicPr>
          <p:cNvPr id="13" name="Picture 12">
            <a:extLst>
              <a:ext uri="{FF2B5EF4-FFF2-40B4-BE49-F238E27FC236}">
                <a16:creationId xmlns:a16="http://schemas.microsoft.com/office/drawing/2014/main" id="{66CC9485-5FC1-DE8B-82C8-3049154FA3AC}"/>
              </a:ext>
            </a:extLst>
          </p:cNvPr>
          <p:cNvPicPr>
            <a:picLocks noChangeAspect="1"/>
          </p:cNvPicPr>
          <p:nvPr/>
        </p:nvPicPr>
        <p:blipFill>
          <a:blip r:embed="rId6"/>
          <a:stretch>
            <a:fillRect/>
          </a:stretch>
        </p:blipFill>
        <p:spPr>
          <a:xfrm>
            <a:off x="3421471" y="1916721"/>
            <a:ext cx="3100393" cy="3218387"/>
          </a:xfrm>
          <a:prstGeom prst="rect">
            <a:avLst/>
          </a:prstGeom>
        </p:spPr>
      </p:pic>
    </p:spTree>
    <p:extLst>
      <p:ext uri="{BB962C8B-B14F-4D97-AF65-F5344CB8AC3E}">
        <p14:creationId xmlns:p14="http://schemas.microsoft.com/office/powerpoint/2010/main" val="282335932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3385CFF-3B1F-C0C3-1910-0B2FFB182C5A}"/>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7698103D-4980-96AD-9E02-5A42FC63C625}"/>
              </a:ext>
            </a:extLst>
          </p:cNvPr>
          <p:cNvSpPr txBox="1">
            <a:spLocks noGrp="1"/>
          </p:cNvSpPr>
          <p:nvPr>
            <p:ph type="title"/>
          </p:nvPr>
        </p:nvSpPr>
        <p:spPr>
          <a:xfrm>
            <a:off x="615926" y="139568"/>
            <a:ext cx="10994410" cy="951543"/>
          </a:xfrm>
          <a:prstGeom prst="rect">
            <a:avLst/>
          </a:prstGeom>
        </p:spPr>
        <p:txBody>
          <a:bodyPr vert="horz" wrap="square" lIns="0" tIns="12700" rIns="0" bIns="0" rtlCol="0">
            <a:spAutoFit/>
          </a:bodyPr>
          <a:lstStyle/>
          <a:p>
            <a:pPr marL="12700" algn="just">
              <a:lnSpc>
                <a:spcPct val="100000"/>
              </a:lnSpc>
              <a:spcBef>
                <a:spcPts val="100"/>
              </a:spcBef>
            </a:pPr>
            <a:r>
              <a:rPr lang="en-US" sz="2500" dirty="0"/>
              <a:t>Learning outcome #1b – Notebook section 1. Technology – </a:t>
            </a:r>
            <a:r>
              <a:rPr lang="en-US" sz="2500" dirty="0">
                <a:solidFill>
                  <a:srgbClr val="FF0000"/>
                </a:solidFill>
              </a:rPr>
              <a:t>Ring Resonator</a:t>
            </a:r>
            <a:br>
              <a:rPr lang="en-US" sz="2500" dirty="0"/>
            </a:br>
            <a:r>
              <a:rPr lang="en-US" sz="1800" b="0" i="1" dirty="0"/>
              <a:t>“Use your design results from Lab2 and Lab3 to create layout instances of your designed components: DCs, MMIs, MZIs &amp; Ring Resonators”</a:t>
            </a:r>
            <a:endParaRPr sz="2500" b="0" i="1" dirty="0">
              <a:latin typeface="+mj-lt"/>
              <a:cs typeface="Lucida Sans"/>
            </a:endParaRPr>
          </a:p>
        </p:txBody>
      </p:sp>
      <p:pic>
        <p:nvPicPr>
          <p:cNvPr id="83" name="Gráfico 82">
            <a:extLst>
              <a:ext uri="{FF2B5EF4-FFF2-40B4-BE49-F238E27FC236}">
                <a16:creationId xmlns:a16="http://schemas.microsoft.com/office/drawing/2014/main" id="{02CAE1E8-C0EA-1770-55E4-FE9BE6F5A551}"/>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7A24B190-1450-11AA-FB74-10B29B059B7D}"/>
              </a:ext>
            </a:extLst>
          </p:cNvPr>
          <p:cNvSpPr>
            <a:spLocks noGrp="1"/>
          </p:cNvSpPr>
          <p:nvPr>
            <p:ph type="sldNum" sz="quarter" idx="7"/>
          </p:nvPr>
        </p:nvSpPr>
        <p:spPr/>
        <p:txBody>
          <a:bodyPr/>
          <a:lstStyle/>
          <a:p>
            <a:fld id="{B6F15528-21DE-4FAA-801E-634DDDAF4B2B}" type="slidenum">
              <a:rPr lang="es-ES" smtClean="0"/>
              <a:t>7</a:t>
            </a:fld>
            <a:endParaRPr lang="es-ES"/>
          </a:p>
        </p:txBody>
      </p:sp>
      <p:sp>
        <p:nvSpPr>
          <p:cNvPr id="3" name="Marcador de pie de página 2">
            <a:extLst>
              <a:ext uri="{FF2B5EF4-FFF2-40B4-BE49-F238E27FC236}">
                <a16:creationId xmlns:a16="http://schemas.microsoft.com/office/drawing/2014/main" id="{2FC258A7-7A6A-EA90-BA61-DDFB0BA6DF9C}"/>
              </a:ext>
            </a:extLst>
          </p:cNvPr>
          <p:cNvSpPr>
            <a:spLocks noGrp="1"/>
          </p:cNvSpPr>
          <p:nvPr>
            <p:ph type="ftr" sz="quarter" idx="5"/>
          </p:nvPr>
        </p:nvSpPr>
        <p:spPr/>
        <p:txBody>
          <a:bodyPr/>
          <a:lstStyle/>
          <a:p>
            <a:pPr marL="12700">
              <a:spcBef>
                <a:spcPts val="15"/>
              </a:spcBef>
            </a:pPr>
            <a:r>
              <a:rPr lang="es-ES" spc="-5"/>
              <a:t>LAB 4.0. LAYOUT</a:t>
            </a:r>
            <a:endParaRPr lang="es-ES" spc="-5" dirty="0"/>
          </a:p>
        </p:txBody>
      </p:sp>
      <p:sp>
        <p:nvSpPr>
          <p:cNvPr id="2" name="CuadroTexto 1">
            <a:extLst>
              <a:ext uri="{FF2B5EF4-FFF2-40B4-BE49-F238E27FC236}">
                <a16:creationId xmlns:a16="http://schemas.microsoft.com/office/drawing/2014/main" id="{7D34343E-ED2B-7B95-2285-752CABC1380C}"/>
              </a:ext>
            </a:extLst>
          </p:cNvPr>
          <p:cNvSpPr txBox="1"/>
          <p:nvPr/>
        </p:nvSpPr>
        <p:spPr>
          <a:xfrm>
            <a:off x="304801" y="5574983"/>
            <a:ext cx="11700884" cy="646331"/>
          </a:xfrm>
          <a:prstGeom prst="rect">
            <a:avLst/>
          </a:prstGeom>
          <a:solidFill>
            <a:schemeClr val="bg1">
              <a:lumMod val="95000"/>
            </a:schemeClr>
          </a:solidFill>
          <a:ln w="28575">
            <a:solidFill>
              <a:srgbClr val="E0700D"/>
            </a:solidFill>
          </a:ln>
        </p:spPr>
        <p:txBody>
          <a:bodyPr wrap="square" rtlCol="0">
            <a:spAutoFit/>
          </a:bodyPr>
          <a:lstStyle/>
          <a:p>
            <a:pPr algn="just"/>
            <a:r>
              <a:rPr lang="en-US" sz="1200" dirty="0">
                <a:latin typeface="Arial" panose="020B0604020202020204" pitchFamily="34" charset="0"/>
                <a:cs typeface="Arial" panose="020B0604020202020204" pitchFamily="34" charset="0"/>
              </a:rPr>
              <a:t>Por </a:t>
            </a:r>
            <a:r>
              <a:rPr lang="en-US" sz="1200" dirty="0" err="1">
                <a:latin typeface="Arial" panose="020B0604020202020204" pitchFamily="34" charset="0"/>
                <a:cs typeface="Arial" panose="020B0604020202020204" pitchFamily="34" charset="0"/>
              </a:rPr>
              <a:t>último</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podemos</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ver</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el</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resonador</a:t>
            </a:r>
            <a:r>
              <a:rPr lang="en-US" sz="1200" dirty="0">
                <a:latin typeface="Arial" panose="020B0604020202020204" pitchFamily="34" charset="0"/>
                <a:cs typeface="Arial" panose="020B0604020202020204" pitchFamily="34" charset="0"/>
              </a:rPr>
              <a:t> de </a:t>
            </a:r>
            <a:r>
              <a:rPr lang="en-US" sz="1200" dirty="0" err="1">
                <a:latin typeface="Arial" panose="020B0604020202020204" pitchFamily="34" charset="0"/>
                <a:cs typeface="Arial" panose="020B0604020202020204" pitchFamily="34" charset="0"/>
              </a:rPr>
              <a:t>anillo</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Está</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formado</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por</a:t>
            </a:r>
            <a:r>
              <a:rPr lang="en-US" sz="1200" dirty="0">
                <a:latin typeface="Arial" panose="020B0604020202020204" pitchFamily="34" charset="0"/>
                <a:cs typeface="Arial" panose="020B0604020202020204" pitchFamily="34" charset="0"/>
              </a:rPr>
              <a:t> un MMI con W_MMI = 6.6 µm, L_MMI = 34.218 µm y </a:t>
            </a:r>
            <a:r>
              <a:rPr lang="en-US" sz="1200" dirty="0" err="1">
                <a:latin typeface="Arial" panose="020B0604020202020204" pitchFamily="34" charset="0"/>
                <a:cs typeface="Arial" panose="020B0604020202020204" pitchFamily="34" charset="0"/>
              </a:rPr>
              <a:t>guías</a:t>
            </a:r>
            <a:r>
              <a:rPr lang="en-US" sz="1200" dirty="0">
                <a:latin typeface="Arial" panose="020B0604020202020204" pitchFamily="34" charset="0"/>
                <a:cs typeface="Arial" panose="020B0604020202020204" pitchFamily="34" charset="0"/>
              </a:rPr>
              <a:t> de </a:t>
            </a:r>
            <a:r>
              <a:rPr lang="en-US" sz="1200" dirty="0" err="1">
                <a:latin typeface="Arial" panose="020B0604020202020204" pitchFamily="34" charset="0"/>
                <a:cs typeface="Arial" panose="020B0604020202020204" pitchFamily="34" charset="0"/>
              </a:rPr>
              <a:t>W_wg</a:t>
            </a:r>
            <a:r>
              <a:rPr lang="en-US" sz="1200" dirty="0">
                <a:latin typeface="Arial" panose="020B0604020202020204" pitchFamily="34" charset="0"/>
                <a:cs typeface="Arial" panose="020B0604020202020204" pitchFamily="34" charset="0"/>
              </a:rPr>
              <a:t> = 1.0 µm y </a:t>
            </a:r>
            <a:r>
              <a:rPr lang="en-US" sz="1200" dirty="0" err="1">
                <a:latin typeface="Arial" panose="020B0604020202020204" pitchFamily="34" charset="0"/>
                <a:cs typeface="Arial" panose="020B0604020202020204" pitchFamily="34" charset="0"/>
              </a:rPr>
              <a:t>L_wg</a:t>
            </a:r>
            <a:r>
              <a:rPr lang="en-US" sz="1200" dirty="0">
                <a:latin typeface="Arial" panose="020B0604020202020204" pitchFamily="34" charset="0"/>
                <a:cs typeface="Arial" panose="020B0604020202020204" pitchFamily="34" charset="0"/>
              </a:rPr>
              <a:t> = 10.0 µm. El </a:t>
            </a:r>
            <a:r>
              <a:rPr lang="en-US" sz="1200" dirty="0" err="1">
                <a:latin typeface="Arial" panose="020B0604020202020204" pitchFamily="34" charset="0"/>
                <a:cs typeface="Arial" panose="020B0604020202020204" pitchFamily="34" charset="0"/>
              </a:rPr>
              <a:t>anillo</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cuenta</a:t>
            </a:r>
            <a:r>
              <a:rPr lang="en-US" sz="1200" dirty="0">
                <a:latin typeface="Arial" panose="020B0604020202020204" pitchFamily="34" charset="0"/>
                <a:cs typeface="Arial" panose="020B0604020202020204" pitchFamily="34" charset="0"/>
              </a:rPr>
              <a:t> con un radio de 50.0 µm. Para </a:t>
            </a:r>
            <a:r>
              <a:rPr lang="en-US" sz="1200" dirty="0" err="1">
                <a:latin typeface="Arial" panose="020B0604020202020204" pitchFamily="34" charset="0"/>
                <a:cs typeface="Arial" panose="020B0604020202020204" pitchFamily="34" charset="0"/>
              </a:rPr>
              <a:t>su</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construcción</a:t>
            </a:r>
            <a:r>
              <a:rPr lang="en-US" sz="1200" dirty="0">
                <a:latin typeface="Arial" panose="020B0604020202020204" pitchFamily="34" charset="0"/>
                <a:cs typeface="Arial" panose="020B0604020202020204" pitchFamily="34" charset="0"/>
              </a:rPr>
              <a:t> se </a:t>
            </a:r>
            <a:r>
              <a:rPr lang="en-US" sz="1200" dirty="0" err="1">
                <a:latin typeface="Arial" panose="020B0604020202020204" pitchFamily="34" charset="0"/>
                <a:cs typeface="Arial" panose="020B0604020202020204" pitchFamily="34" charset="0"/>
              </a:rPr>
              <a:t>basa</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en</a:t>
            </a:r>
            <a:r>
              <a:rPr lang="en-US" sz="1200" dirty="0">
                <a:latin typeface="Arial" panose="020B0604020202020204" pitchFamily="34" charset="0"/>
                <a:cs typeface="Arial" panose="020B0604020202020204" pitchFamily="34" charset="0"/>
              </a:rPr>
              <a:t> dos curvas </a:t>
            </a:r>
            <a:r>
              <a:rPr lang="en-US" sz="1200" dirty="0" err="1">
                <a:latin typeface="Arial" panose="020B0604020202020204" pitchFamily="34" charset="0"/>
                <a:cs typeface="Arial" panose="020B0604020202020204" pitchFamily="34" charset="0"/>
              </a:rPr>
              <a:t>una</a:t>
            </a:r>
            <a:r>
              <a:rPr lang="en-US" sz="1200" dirty="0">
                <a:latin typeface="Arial" panose="020B0604020202020204" pitchFamily="34" charset="0"/>
                <a:cs typeface="Arial" panose="020B0604020202020204" pitchFamily="34" charset="0"/>
              </a:rPr>
              <a:t> a </a:t>
            </a:r>
            <a:r>
              <a:rPr lang="en-US" sz="1200" dirty="0" err="1">
                <a:latin typeface="Arial" panose="020B0604020202020204" pitchFamily="34" charset="0"/>
                <a:cs typeface="Arial" panose="020B0604020202020204" pitchFamily="34" charset="0"/>
              </a:rPr>
              <a:t>cada</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lado</a:t>
            </a:r>
            <a:r>
              <a:rPr lang="en-US" sz="1200" dirty="0">
                <a:latin typeface="Arial" panose="020B0604020202020204" pitchFamily="34" charset="0"/>
                <a:cs typeface="Arial" panose="020B0604020202020204" pitchFamily="34" charset="0"/>
              </a:rPr>
              <a:t> del MMI, </a:t>
            </a:r>
            <a:r>
              <a:rPr lang="en-US" sz="1200" dirty="0" err="1">
                <a:latin typeface="Arial" panose="020B0604020202020204" pitchFamily="34" charset="0"/>
                <a:cs typeface="Arial" panose="020B0604020202020204" pitchFamily="34" charset="0"/>
              </a:rPr>
              <a:t>conectadas</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en</a:t>
            </a:r>
            <a:r>
              <a:rPr lang="en-US" sz="1200" dirty="0">
                <a:latin typeface="Arial" panose="020B0604020202020204" pitchFamily="34" charset="0"/>
                <a:cs typeface="Arial" panose="020B0604020202020204" pitchFamily="34" charset="0"/>
              </a:rPr>
              <a:t> la </a:t>
            </a:r>
            <a:r>
              <a:rPr lang="en-US" sz="1200" dirty="0" err="1">
                <a:latin typeface="Arial" panose="020B0604020202020204" pitchFamily="34" charset="0"/>
                <a:cs typeface="Arial" panose="020B0604020202020204" pitchFamily="34" charset="0"/>
              </a:rPr>
              <a:t>parte</a:t>
            </a:r>
            <a:r>
              <a:rPr lang="en-US" sz="1200" dirty="0">
                <a:latin typeface="Arial" panose="020B0604020202020204" pitchFamily="34" charset="0"/>
                <a:cs typeface="Arial" panose="020B0604020202020204" pitchFamily="34" charset="0"/>
              </a:rPr>
              <a:t> superior </a:t>
            </a:r>
            <a:r>
              <a:rPr lang="en-US" sz="1200" dirty="0" err="1">
                <a:latin typeface="Arial" panose="020B0604020202020204" pitchFamily="34" charset="0"/>
                <a:cs typeface="Arial" panose="020B0604020202020204" pitchFamily="34" charset="0"/>
              </a:rPr>
              <a:t>por</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una</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guía</a:t>
            </a:r>
            <a:r>
              <a:rPr lang="en-US" sz="1200" dirty="0">
                <a:latin typeface="Arial" panose="020B0604020202020204" pitchFamily="34" charset="0"/>
                <a:cs typeface="Arial" panose="020B0604020202020204" pitchFamily="34" charset="0"/>
              </a:rPr>
              <a:t> recta de </a:t>
            </a:r>
            <a:r>
              <a:rPr lang="en-US" sz="1200" dirty="0" err="1">
                <a:latin typeface="Arial" panose="020B0604020202020204" pitchFamily="34" charset="0"/>
                <a:cs typeface="Arial" panose="020B0604020202020204" pitchFamily="34" charset="0"/>
              </a:rPr>
              <a:t>longitud</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que</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mide</a:t>
            </a:r>
            <a:r>
              <a:rPr lang="en-US" sz="1200" dirty="0">
                <a:latin typeface="Arial" panose="020B0604020202020204" pitchFamily="34" charset="0"/>
                <a:cs typeface="Arial" panose="020B0604020202020204" pitchFamily="34" charset="0"/>
              </a:rPr>
              <a:t> lo </a:t>
            </a:r>
            <a:r>
              <a:rPr lang="en-US" sz="1200" dirty="0" err="1">
                <a:latin typeface="Arial" panose="020B0604020202020204" pitchFamily="34" charset="0"/>
                <a:cs typeface="Arial" panose="020B0604020202020204" pitchFamily="34" charset="0"/>
              </a:rPr>
              <a:t>mismo</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que</a:t>
            </a:r>
            <a:r>
              <a:rPr lang="en-US" sz="1200" dirty="0">
                <a:latin typeface="Arial" panose="020B0604020202020204" pitchFamily="34" charset="0"/>
                <a:cs typeface="Arial" panose="020B0604020202020204" pitchFamily="34" charset="0"/>
              </a:rPr>
              <a:t> a </a:t>
            </a:r>
            <a:r>
              <a:rPr lang="en-US" sz="1200" dirty="0" err="1">
                <a:latin typeface="Arial" panose="020B0604020202020204" pitchFamily="34" charset="0"/>
                <a:cs typeface="Arial" panose="020B0604020202020204" pitchFamily="34" charset="0"/>
              </a:rPr>
              <a:t>separación</a:t>
            </a:r>
            <a:r>
              <a:rPr lang="en-US" sz="1200" dirty="0">
                <a:latin typeface="Arial" panose="020B0604020202020204" pitchFamily="34" charset="0"/>
                <a:cs typeface="Arial" panose="020B0604020202020204" pitchFamily="34" charset="0"/>
              </a:rPr>
              <a:t> entre </a:t>
            </a:r>
            <a:r>
              <a:rPr lang="en-US" sz="1200" dirty="0" err="1">
                <a:latin typeface="Arial" panose="020B0604020202020204" pitchFamily="34" charset="0"/>
                <a:cs typeface="Arial" panose="020B0604020202020204" pitchFamily="34" charset="0"/>
              </a:rPr>
              <a:t>puertos</a:t>
            </a:r>
            <a:r>
              <a:rPr lang="en-US" sz="1200" dirty="0">
                <a:latin typeface="Arial" panose="020B0604020202020204" pitchFamily="34" charset="0"/>
                <a:cs typeface="Arial" panose="020B0604020202020204" pitchFamily="34" charset="0"/>
              </a:rPr>
              <a:t>.</a:t>
            </a:r>
          </a:p>
        </p:txBody>
      </p:sp>
      <p:sp>
        <p:nvSpPr>
          <p:cNvPr id="6" name="Rectángulo 5">
            <a:extLst>
              <a:ext uri="{FF2B5EF4-FFF2-40B4-BE49-F238E27FC236}">
                <a16:creationId xmlns:a16="http://schemas.microsoft.com/office/drawing/2014/main" id="{CBB8069B-8EC9-3E57-7444-4B7E6A7F323D}"/>
              </a:ext>
            </a:extLst>
          </p:cNvPr>
          <p:cNvSpPr/>
          <p:nvPr/>
        </p:nvSpPr>
        <p:spPr>
          <a:xfrm>
            <a:off x="304800" y="1305382"/>
            <a:ext cx="7239000" cy="4146235"/>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Rectángulo 7">
            <a:extLst>
              <a:ext uri="{FF2B5EF4-FFF2-40B4-BE49-F238E27FC236}">
                <a16:creationId xmlns:a16="http://schemas.microsoft.com/office/drawing/2014/main" id="{FACD0109-F3F6-779E-27B6-3140A43C1521}"/>
              </a:ext>
            </a:extLst>
          </p:cNvPr>
          <p:cNvSpPr/>
          <p:nvPr/>
        </p:nvSpPr>
        <p:spPr>
          <a:xfrm>
            <a:off x="7696200" y="1305383"/>
            <a:ext cx="4309485" cy="4146234"/>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8" name="Picture 17">
            <a:extLst>
              <a:ext uri="{FF2B5EF4-FFF2-40B4-BE49-F238E27FC236}">
                <a16:creationId xmlns:a16="http://schemas.microsoft.com/office/drawing/2014/main" id="{11C20E0E-B364-05B7-C9DB-6E3A53207DCD}"/>
              </a:ext>
            </a:extLst>
          </p:cNvPr>
          <p:cNvPicPr>
            <a:picLocks noChangeAspect="1"/>
          </p:cNvPicPr>
          <p:nvPr/>
        </p:nvPicPr>
        <p:blipFill>
          <a:blip r:embed="rId4"/>
          <a:stretch>
            <a:fillRect/>
          </a:stretch>
        </p:blipFill>
        <p:spPr>
          <a:xfrm>
            <a:off x="609600" y="1370429"/>
            <a:ext cx="1824125" cy="4016139"/>
          </a:xfrm>
          <a:prstGeom prst="rect">
            <a:avLst/>
          </a:prstGeom>
        </p:spPr>
      </p:pic>
      <p:pic>
        <p:nvPicPr>
          <p:cNvPr id="20" name="Picture 19">
            <a:extLst>
              <a:ext uri="{FF2B5EF4-FFF2-40B4-BE49-F238E27FC236}">
                <a16:creationId xmlns:a16="http://schemas.microsoft.com/office/drawing/2014/main" id="{7611BE9F-D736-E5C9-CCB7-244F5C40C24D}"/>
              </a:ext>
            </a:extLst>
          </p:cNvPr>
          <p:cNvPicPr>
            <a:picLocks noChangeAspect="1"/>
          </p:cNvPicPr>
          <p:nvPr/>
        </p:nvPicPr>
        <p:blipFill>
          <a:blip r:embed="rId5"/>
          <a:stretch>
            <a:fillRect/>
          </a:stretch>
        </p:blipFill>
        <p:spPr>
          <a:xfrm>
            <a:off x="2472677" y="1406383"/>
            <a:ext cx="1760246" cy="4016139"/>
          </a:xfrm>
          <a:prstGeom prst="rect">
            <a:avLst/>
          </a:prstGeom>
        </p:spPr>
      </p:pic>
      <p:pic>
        <p:nvPicPr>
          <p:cNvPr id="22" name="Picture 21">
            <a:extLst>
              <a:ext uri="{FF2B5EF4-FFF2-40B4-BE49-F238E27FC236}">
                <a16:creationId xmlns:a16="http://schemas.microsoft.com/office/drawing/2014/main" id="{634E9699-3591-FB2D-206C-69192B5A6583}"/>
              </a:ext>
            </a:extLst>
          </p:cNvPr>
          <p:cNvPicPr>
            <a:picLocks noChangeAspect="1"/>
          </p:cNvPicPr>
          <p:nvPr/>
        </p:nvPicPr>
        <p:blipFill>
          <a:blip r:embed="rId6"/>
          <a:stretch>
            <a:fillRect/>
          </a:stretch>
        </p:blipFill>
        <p:spPr>
          <a:xfrm>
            <a:off x="4350692" y="1406383"/>
            <a:ext cx="1388628" cy="4020504"/>
          </a:xfrm>
          <a:prstGeom prst="rect">
            <a:avLst/>
          </a:prstGeom>
        </p:spPr>
      </p:pic>
      <p:pic>
        <p:nvPicPr>
          <p:cNvPr id="24" name="Picture 23">
            <a:extLst>
              <a:ext uri="{FF2B5EF4-FFF2-40B4-BE49-F238E27FC236}">
                <a16:creationId xmlns:a16="http://schemas.microsoft.com/office/drawing/2014/main" id="{2E8DA025-6961-F2E8-059B-889393AED68C}"/>
              </a:ext>
            </a:extLst>
          </p:cNvPr>
          <p:cNvPicPr>
            <a:picLocks noChangeAspect="1"/>
          </p:cNvPicPr>
          <p:nvPr/>
        </p:nvPicPr>
        <p:blipFill>
          <a:blip r:embed="rId7"/>
          <a:stretch>
            <a:fillRect/>
          </a:stretch>
        </p:blipFill>
        <p:spPr>
          <a:xfrm>
            <a:off x="5812903" y="1487458"/>
            <a:ext cx="1545883" cy="3899110"/>
          </a:xfrm>
          <a:prstGeom prst="rect">
            <a:avLst/>
          </a:prstGeom>
        </p:spPr>
      </p:pic>
      <p:pic>
        <p:nvPicPr>
          <p:cNvPr id="26" name="Picture 25">
            <a:extLst>
              <a:ext uri="{FF2B5EF4-FFF2-40B4-BE49-F238E27FC236}">
                <a16:creationId xmlns:a16="http://schemas.microsoft.com/office/drawing/2014/main" id="{3249DCE5-3C0B-A175-11FA-27749660504D}"/>
              </a:ext>
            </a:extLst>
          </p:cNvPr>
          <p:cNvPicPr>
            <a:picLocks noChangeAspect="1"/>
          </p:cNvPicPr>
          <p:nvPr/>
        </p:nvPicPr>
        <p:blipFill>
          <a:blip r:embed="rId8"/>
          <a:stretch>
            <a:fillRect/>
          </a:stretch>
        </p:blipFill>
        <p:spPr>
          <a:xfrm>
            <a:off x="7727004" y="1804793"/>
            <a:ext cx="4169297" cy="3147410"/>
          </a:xfrm>
          <a:prstGeom prst="rect">
            <a:avLst/>
          </a:prstGeom>
        </p:spPr>
      </p:pic>
    </p:spTree>
    <p:extLst>
      <p:ext uri="{BB962C8B-B14F-4D97-AF65-F5344CB8AC3E}">
        <p14:creationId xmlns:p14="http://schemas.microsoft.com/office/powerpoint/2010/main" val="101700585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745B0A8-BCE1-AF65-5AFA-79184BEDA904}"/>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EDCA2EEE-70B8-D049-D7BD-B54DCCF3207D}"/>
              </a:ext>
            </a:extLst>
          </p:cNvPr>
          <p:cNvSpPr txBox="1">
            <a:spLocks noGrp="1"/>
          </p:cNvSpPr>
          <p:nvPr>
            <p:ph type="title"/>
          </p:nvPr>
        </p:nvSpPr>
        <p:spPr>
          <a:xfrm>
            <a:off x="685800" y="408883"/>
            <a:ext cx="10994410" cy="951543"/>
          </a:xfrm>
          <a:prstGeom prst="rect">
            <a:avLst/>
          </a:prstGeom>
        </p:spPr>
        <p:txBody>
          <a:bodyPr vert="horz" wrap="square" lIns="0" tIns="12700" rIns="0" bIns="0" rtlCol="0">
            <a:spAutoFit/>
          </a:bodyPr>
          <a:lstStyle/>
          <a:p>
            <a:pPr marL="12700" algn="l">
              <a:lnSpc>
                <a:spcPct val="100000"/>
              </a:lnSpc>
              <a:spcBef>
                <a:spcPts val="100"/>
              </a:spcBef>
            </a:pPr>
            <a:r>
              <a:rPr lang="en-US" sz="2500" dirty="0"/>
              <a:t>Learning outcome #2a – Notebook section 2. Layout Fundamentals</a:t>
            </a:r>
            <a:br>
              <a:rPr lang="en-US" sz="2500" dirty="0"/>
            </a:br>
            <a:r>
              <a:rPr lang="en-US" sz="1800" b="0" i="1" dirty="0"/>
              <a:t>“Once that we have a working 'new' component, we shall convert it into a Cell. This will allow us to have a hierarchical design”</a:t>
            </a:r>
            <a:endParaRPr sz="2500" b="0" i="1" dirty="0">
              <a:latin typeface="+mj-lt"/>
              <a:cs typeface="Lucida Sans"/>
            </a:endParaRPr>
          </a:p>
        </p:txBody>
      </p:sp>
      <p:pic>
        <p:nvPicPr>
          <p:cNvPr id="83" name="Gráfico 82">
            <a:extLst>
              <a:ext uri="{FF2B5EF4-FFF2-40B4-BE49-F238E27FC236}">
                <a16:creationId xmlns:a16="http://schemas.microsoft.com/office/drawing/2014/main" id="{DDB8C9DA-7093-6464-A7C1-20B2A585A1E1}"/>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0102C027-A211-C670-7EF5-D7A4650EEA98}"/>
              </a:ext>
            </a:extLst>
          </p:cNvPr>
          <p:cNvSpPr>
            <a:spLocks noGrp="1"/>
          </p:cNvSpPr>
          <p:nvPr>
            <p:ph type="sldNum" sz="quarter" idx="7"/>
          </p:nvPr>
        </p:nvSpPr>
        <p:spPr/>
        <p:txBody>
          <a:bodyPr/>
          <a:lstStyle/>
          <a:p>
            <a:fld id="{B6F15528-21DE-4FAA-801E-634DDDAF4B2B}" type="slidenum">
              <a:rPr lang="es-ES" smtClean="0"/>
              <a:t>8</a:t>
            </a:fld>
            <a:endParaRPr lang="es-ES"/>
          </a:p>
        </p:txBody>
      </p:sp>
      <p:sp>
        <p:nvSpPr>
          <p:cNvPr id="3" name="Marcador de pie de página 2">
            <a:extLst>
              <a:ext uri="{FF2B5EF4-FFF2-40B4-BE49-F238E27FC236}">
                <a16:creationId xmlns:a16="http://schemas.microsoft.com/office/drawing/2014/main" id="{3BB5A66E-75F8-8688-0D68-26E0DDB3AC86}"/>
              </a:ext>
            </a:extLst>
          </p:cNvPr>
          <p:cNvSpPr>
            <a:spLocks noGrp="1"/>
          </p:cNvSpPr>
          <p:nvPr>
            <p:ph type="ftr" sz="quarter" idx="5"/>
          </p:nvPr>
        </p:nvSpPr>
        <p:spPr/>
        <p:txBody>
          <a:bodyPr/>
          <a:lstStyle/>
          <a:p>
            <a:pPr marL="12700">
              <a:spcBef>
                <a:spcPts val="15"/>
              </a:spcBef>
            </a:pPr>
            <a:r>
              <a:rPr lang="es-ES" spc="-5"/>
              <a:t>LAB 4.0. LAYOUT</a:t>
            </a:r>
            <a:endParaRPr lang="es-ES" spc="-5" dirty="0"/>
          </a:p>
        </p:txBody>
      </p:sp>
      <p:sp>
        <p:nvSpPr>
          <p:cNvPr id="2" name="CuadroTexto 1">
            <a:extLst>
              <a:ext uri="{FF2B5EF4-FFF2-40B4-BE49-F238E27FC236}">
                <a16:creationId xmlns:a16="http://schemas.microsoft.com/office/drawing/2014/main" id="{35C0B36B-B4BD-C242-E1BB-26DD7AC56DB0}"/>
              </a:ext>
            </a:extLst>
          </p:cNvPr>
          <p:cNvSpPr txBox="1"/>
          <p:nvPr/>
        </p:nvSpPr>
        <p:spPr>
          <a:xfrm>
            <a:off x="609441" y="4860334"/>
            <a:ext cx="11199971" cy="830997"/>
          </a:xfrm>
          <a:prstGeom prst="rect">
            <a:avLst/>
          </a:prstGeom>
          <a:solidFill>
            <a:schemeClr val="bg1">
              <a:lumMod val="95000"/>
            </a:schemeClr>
          </a:solidFill>
          <a:ln w="28575">
            <a:solidFill>
              <a:srgbClr val="E0700D"/>
            </a:solidFill>
          </a:ln>
        </p:spPr>
        <p:txBody>
          <a:bodyPr wrap="square" rtlCol="0">
            <a:spAutoFit/>
          </a:bodyPr>
          <a:lstStyle/>
          <a:p>
            <a:r>
              <a:rPr lang="es-ES_tradnl" sz="1200" dirty="0">
                <a:latin typeface="Arial" panose="020B0604020202020204" pitchFamily="34" charset="0"/>
                <a:cs typeface="Arial" panose="020B0604020202020204" pitchFamily="34" charset="0"/>
              </a:rPr>
              <a:t>El componente observado arriba corresponde al die (chip) base del diseño, definido como una celda reutilizable. Está formado por un rectángulo hueco en la capa FLOORPLAN, delimitado por un contorno exterior de dimensiones </a:t>
            </a:r>
            <a:r>
              <a:rPr lang="es-ES_tradnl" sz="1200" dirty="0" err="1">
                <a:latin typeface="Arial" panose="020B0604020202020204" pitchFamily="34" charset="0"/>
                <a:cs typeface="Arial" panose="020B0604020202020204" pitchFamily="34" charset="0"/>
              </a:rPr>
              <a:t>dieW</a:t>
            </a:r>
            <a:r>
              <a:rPr lang="es-ES_tradnl" sz="1200" dirty="0">
                <a:latin typeface="Arial" panose="020B0604020202020204" pitchFamily="34" charset="0"/>
                <a:cs typeface="Arial" panose="020B0604020202020204" pitchFamily="34" charset="0"/>
              </a:rPr>
              <a:t> × </a:t>
            </a:r>
            <a:r>
              <a:rPr lang="es-ES_tradnl" sz="1200" dirty="0" err="1">
                <a:latin typeface="Arial" panose="020B0604020202020204" pitchFamily="34" charset="0"/>
                <a:cs typeface="Arial" panose="020B0604020202020204" pitchFamily="34" charset="0"/>
              </a:rPr>
              <a:t>dieL</a:t>
            </a:r>
            <a:r>
              <a:rPr lang="es-ES_tradnl" sz="1200" dirty="0">
                <a:latin typeface="Arial" panose="020B0604020202020204" pitchFamily="34" charset="0"/>
                <a:cs typeface="Arial" panose="020B0604020202020204" pitchFamily="34" charset="0"/>
              </a:rPr>
              <a:t>. </a:t>
            </a:r>
          </a:p>
          <a:p>
            <a:r>
              <a:rPr lang="es-ES_tradnl" sz="1200" dirty="0">
                <a:latin typeface="Arial" panose="020B0604020202020204" pitchFamily="34" charset="0"/>
                <a:cs typeface="Arial" panose="020B0604020202020204" pitchFamily="34" charset="0"/>
              </a:rPr>
              <a:t>A partir de esta celda se instancian tres ‘</a:t>
            </a:r>
            <a:r>
              <a:rPr lang="es-ES_tradnl" sz="1200" dirty="0" err="1">
                <a:latin typeface="Arial" panose="020B0604020202020204" pitchFamily="34" charset="0"/>
                <a:cs typeface="Arial" panose="020B0604020202020204" pitchFamily="34" charset="0"/>
              </a:rPr>
              <a:t>dies</a:t>
            </a:r>
            <a:r>
              <a:rPr lang="es-ES_tradnl" sz="1200" dirty="0">
                <a:latin typeface="Arial" panose="020B0604020202020204" pitchFamily="34" charset="0"/>
                <a:cs typeface="Arial" panose="020B0604020202020204" pitchFamily="34" charset="0"/>
              </a:rPr>
              <a:t>’ dentro del diseño final: dos de dimensiones 5000 × 5000 µm, y un tercero de 12000 × 5000 µm.</a:t>
            </a:r>
          </a:p>
          <a:p>
            <a:pPr algn="just"/>
            <a:r>
              <a:rPr lang="en-US" sz="1200" dirty="0">
                <a:latin typeface="Arial" panose="020B0604020202020204" pitchFamily="34" charset="0"/>
                <a:cs typeface="Arial" panose="020B0604020202020204" pitchFamily="34" charset="0"/>
              </a:rPr>
              <a:t> </a:t>
            </a:r>
          </a:p>
        </p:txBody>
      </p:sp>
      <p:sp>
        <p:nvSpPr>
          <p:cNvPr id="6" name="Rectángulo 5">
            <a:extLst>
              <a:ext uri="{FF2B5EF4-FFF2-40B4-BE49-F238E27FC236}">
                <a16:creationId xmlns:a16="http://schemas.microsoft.com/office/drawing/2014/main" id="{399364F4-A34A-5161-07CB-E12F9FFCB400}"/>
              </a:ext>
            </a:extLst>
          </p:cNvPr>
          <p:cNvSpPr/>
          <p:nvPr/>
        </p:nvSpPr>
        <p:spPr>
          <a:xfrm>
            <a:off x="609441" y="1418373"/>
            <a:ext cx="5332571" cy="3306028"/>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Rectángulo 7">
            <a:extLst>
              <a:ext uri="{FF2B5EF4-FFF2-40B4-BE49-F238E27FC236}">
                <a16:creationId xmlns:a16="http://schemas.microsoft.com/office/drawing/2014/main" id="{4DFC788C-53E2-83E7-3D9E-EBD582171C71}"/>
              </a:ext>
            </a:extLst>
          </p:cNvPr>
          <p:cNvSpPr/>
          <p:nvPr/>
        </p:nvSpPr>
        <p:spPr>
          <a:xfrm>
            <a:off x="6476841" y="1420406"/>
            <a:ext cx="5332571" cy="3306028"/>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Picture 4">
            <a:extLst>
              <a:ext uri="{FF2B5EF4-FFF2-40B4-BE49-F238E27FC236}">
                <a16:creationId xmlns:a16="http://schemas.microsoft.com/office/drawing/2014/main" id="{837BC1FF-9600-B491-E8E8-ECB79495285C}"/>
              </a:ext>
            </a:extLst>
          </p:cNvPr>
          <p:cNvPicPr>
            <a:picLocks noChangeAspect="1"/>
          </p:cNvPicPr>
          <p:nvPr/>
        </p:nvPicPr>
        <p:blipFill>
          <a:blip r:embed="rId4"/>
          <a:stretch>
            <a:fillRect/>
          </a:stretch>
        </p:blipFill>
        <p:spPr>
          <a:xfrm>
            <a:off x="717623" y="1755786"/>
            <a:ext cx="5116205" cy="2728643"/>
          </a:xfrm>
          <a:prstGeom prst="rect">
            <a:avLst/>
          </a:prstGeom>
        </p:spPr>
      </p:pic>
      <p:pic>
        <p:nvPicPr>
          <p:cNvPr id="11" name="Picture 10">
            <a:extLst>
              <a:ext uri="{FF2B5EF4-FFF2-40B4-BE49-F238E27FC236}">
                <a16:creationId xmlns:a16="http://schemas.microsoft.com/office/drawing/2014/main" id="{B3F42FA1-3FC7-DF05-2CAC-1B7E818F63BE}"/>
              </a:ext>
            </a:extLst>
          </p:cNvPr>
          <p:cNvPicPr>
            <a:picLocks noChangeAspect="1"/>
          </p:cNvPicPr>
          <p:nvPr/>
        </p:nvPicPr>
        <p:blipFill>
          <a:blip r:embed="rId5"/>
          <a:stretch>
            <a:fillRect/>
          </a:stretch>
        </p:blipFill>
        <p:spPr>
          <a:xfrm>
            <a:off x="7085806" y="1518312"/>
            <a:ext cx="4114640" cy="3106150"/>
          </a:xfrm>
          <a:prstGeom prst="rect">
            <a:avLst/>
          </a:prstGeom>
        </p:spPr>
      </p:pic>
    </p:spTree>
    <p:extLst>
      <p:ext uri="{BB962C8B-B14F-4D97-AF65-F5344CB8AC3E}">
        <p14:creationId xmlns:p14="http://schemas.microsoft.com/office/powerpoint/2010/main" val="120324108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18D281E-4B83-CADF-E05C-2779A19E8BED}"/>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3C614703-AB72-E989-42B5-849A55E9B3E2}"/>
              </a:ext>
            </a:extLst>
          </p:cNvPr>
          <p:cNvSpPr txBox="1">
            <a:spLocks noGrp="1"/>
          </p:cNvSpPr>
          <p:nvPr>
            <p:ph type="title"/>
          </p:nvPr>
        </p:nvSpPr>
        <p:spPr>
          <a:xfrm>
            <a:off x="685800" y="408883"/>
            <a:ext cx="10994410" cy="874598"/>
          </a:xfrm>
          <a:prstGeom prst="rect">
            <a:avLst/>
          </a:prstGeom>
        </p:spPr>
        <p:txBody>
          <a:bodyPr vert="horz" wrap="square" lIns="0" tIns="12700" rIns="0" bIns="0" rtlCol="0">
            <a:spAutoFit/>
          </a:bodyPr>
          <a:lstStyle/>
          <a:p>
            <a:pPr marL="12700" algn="just">
              <a:lnSpc>
                <a:spcPct val="100000"/>
              </a:lnSpc>
              <a:spcBef>
                <a:spcPts val="100"/>
              </a:spcBef>
            </a:pPr>
            <a:r>
              <a:rPr lang="en-US" dirty="0"/>
              <a:t>Learning outcome #2a – Notebook section 2. Layout Fundamentals – </a:t>
            </a:r>
            <a:r>
              <a:rPr lang="en-US" dirty="0">
                <a:solidFill>
                  <a:srgbClr val="FF0000"/>
                </a:solidFill>
              </a:rPr>
              <a:t>DC</a:t>
            </a:r>
            <a:br>
              <a:rPr lang="en-US" sz="2500" dirty="0"/>
            </a:br>
            <a:r>
              <a:rPr lang="en-US" sz="1800" b="0" i="1" dirty="0"/>
              <a:t>“Use your design results from Lab2 and Lab3 to create layout instances of your designed components: DCs, MMIs, MZIs &amp; Ring Resonators” </a:t>
            </a:r>
            <a:r>
              <a:rPr lang="en-US" sz="1800" b="0" i="1" dirty="0">
                <a:solidFill>
                  <a:srgbClr val="FF0000"/>
                </a:solidFill>
                <a:sym typeface="Wingdings" pitchFamily="2" charset="2"/>
              </a:rPr>
              <a:t> Make cells for all your components</a:t>
            </a:r>
            <a:endParaRPr sz="2500" b="0" i="1" dirty="0">
              <a:solidFill>
                <a:srgbClr val="FF0000"/>
              </a:solidFill>
              <a:latin typeface="+mj-lt"/>
              <a:cs typeface="Lucida Sans"/>
            </a:endParaRPr>
          </a:p>
        </p:txBody>
      </p:sp>
      <p:pic>
        <p:nvPicPr>
          <p:cNvPr id="83" name="Gráfico 82">
            <a:extLst>
              <a:ext uri="{FF2B5EF4-FFF2-40B4-BE49-F238E27FC236}">
                <a16:creationId xmlns:a16="http://schemas.microsoft.com/office/drawing/2014/main" id="{B2356666-601E-2F0B-B414-AFB7213C2F58}"/>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F6398BF1-A4DD-D652-E241-5E9DB50DD57A}"/>
              </a:ext>
            </a:extLst>
          </p:cNvPr>
          <p:cNvSpPr>
            <a:spLocks noGrp="1"/>
          </p:cNvSpPr>
          <p:nvPr>
            <p:ph type="sldNum" sz="quarter" idx="7"/>
          </p:nvPr>
        </p:nvSpPr>
        <p:spPr/>
        <p:txBody>
          <a:bodyPr/>
          <a:lstStyle/>
          <a:p>
            <a:fld id="{B6F15528-21DE-4FAA-801E-634DDDAF4B2B}" type="slidenum">
              <a:rPr lang="es-ES" smtClean="0"/>
              <a:t>9</a:t>
            </a:fld>
            <a:endParaRPr lang="es-ES"/>
          </a:p>
        </p:txBody>
      </p:sp>
      <p:sp>
        <p:nvSpPr>
          <p:cNvPr id="3" name="Marcador de pie de página 2">
            <a:extLst>
              <a:ext uri="{FF2B5EF4-FFF2-40B4-BE49-F238E27FC236}">
                <a16:creationId xmlns:a16="http://schemas.microsoft.com/office/drawing/2014/main" id="{CEC070D5-9297-7D8B-73E0-DC21D7D5CE09}"/>
              </a:ext>
            </a:extLst>
          </p:cNvPr>
          <p:cNvSpPr>
            <a:spLocks noGrp="1"/>
          </p:cNvSpPr>
          <p:nvPr>
            <p:ph type="ftr" sz="quarter" idx="5"/>
          </p:nvPr>
        </p:nvSpPr>
        <p:spPr/>
        <p:txBody>
          <a:bodyPr/>
          <a:lstStyle/>
          <a:p>
            <a:pPr marL="12700">
              <a:spcBef>
                <a:spcPts val="15"/>
              </a:spcBef>
            </a:pPr>
            <a:r>
              <a:rPr lang="es-ES" spc="-5"/>
              <a:t>LAB 4.0. LAYOUT</a:t>
            </a:r>
            <a:endParaRPr lang="es-ES" spc="-5" dirty="0"/>
          </a:p>
        </p:txBody>
      </p:sp>
      <p:sp>
        <p:nvSpPr>
          <p:cNvPr id="6" name="Rectángulo 5">
            <a:extLst>
              <a:ext uri="{FF2B5EF4-FFF2-40B4-BE49-F238E27FC236}">
                <a16:creationId xmlns:a16="http://schemas.microsoft.com/office/drawing/2014/main" id="{D8C2352E-973A-F389-F6A1-D644E07F2E7E}"/>
              </a:ext>
            </a:extLst>
          </p:cNvPr>
          <p:cNvSpPr/>
          <p:nvPr/>
        </p:nvSpPr>
        <p:spPr>
          <a:xfrm>
            <a:off x="304801" y="1418373"/>
            <a:ext cx="5637212" cy="4751794"/>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Rectángulo 7">
            <a:extLst>
              <a:ext uri="{FF2B5EF4-FFF2-40B4-BE49-F238E27FC236}">
                <a16:creationId xmlns:a16="http://schemas.microsoft.com/office/drawing/2014/main" id="{BAAAC818-8C43-CF5D-4DB7-21D1E6A0DEED}"/>
              </a:ext>
            </a:extLst>
          </p:cNvPr>
          <p:cNvSpPr/>
          <p:nvPr/>
        </p:nvSpPr>
        <p:spPr>
          <a:xfrm>
            <a:off x="6476841" y="1420406"/>
            <a:ext cx="5332571" cy="4751794"/>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4" name="Picture 3">
            <a:extLst>
              <a:ext uri="{FF2B5EF4-FFF2-40B4-BE49-F238E27FC236}">
                <a16:creationId xmlns:a16="http://schemas.microsoft.com/office/drawing/2014/main" id="{361046FB-A97E-CBA4-80FC-D2BB2E60DC07}"/>
              </a:ext>
            </a:extLst>
          </p:cNvPr>
          <p:cNvPicPr>
            <a:picLocks noChangeAspect="1"/>
          </p:cNvPicPr>
          <p:nvPr/>
        </p:nvPicPr>
        <p:blipFill>
          <a:blip r:embed="rId4"/>
          <a:stretch>
            <a:fillRect/>
          </a:stretch>
        </p:blipFill>
        <p:spPr>
          <a:xfrm>
            <a:off x="6553200" y="1839130"/>
            <a:ext cx="4991053" cy="3767756"/>
          </a:xfrm>
          <a:prstGeom prst="rect">
            <a:avLst/>
          </a:prstGeom>
        </p:spPr>
      </p:pic>
      <p:pic>
        <p:nvPicPr>
          <p:cNvPr id="10" name="Picture 9">
            <a:extLst>
              <a:ext uri="{FF2B5EF4-FFF2-40B4-BE49-F238E27FC236}">
                <a16:creationId xmlns:a16="http://schemas.microsoft.com/office/drawing/2014/main" id="{902CB6A8-F9E1-684D-721E-EC7B5DE235A0}"/>
              </a:ext>
            </a:extLst>
          </p:cNvPr>
          <p:cNvPicPr>
            <a:picLocks noChangeAspect="1"/>
          </p:cNvPicPr>
          <p:nvPr/>
        </p:nvPicPr>
        <p:blipFill>
          <a:blip r:embed="rId5"/>
          <a:stretch>
            <a:fillRect/>
          </a:stretch>
        </p:blipFill>
        <p:spPr>
          <a:xfrm>
            <a:off x="419877" y="1570371"/>
            <a:ext cx="2495121" cy="4443066"/>
          </a:xfrm>
          <a:prstGeom prst="rect">
            <a:avLst/>
          </a:prstGeom>
        </p:spPr>
      </p:pic>
      <p:pic>
        <p:nvPicPr>
          <p:cNvPr id="12" name="Picture 11">
            <a:extLst>
              <a:ext uri="{FF2B5EF4-FFF2-40B4-BE49-F238E27FC236}">
                <a16:creationId xmlns:a16="http://schemas.microsoft.com/office/drawing/2014/main" id="{C7C52A5B-0EC5-4FED-DCF6-068B790F2565}"/>
              </a:ext>
            </a:extLst>
          </p:cNvPr>
          <p:cNvPicPr>
            <a:picLocks noChangeAspect="1"/>
          </p:cNvPicPr>
          <p:nvPr/>
        </p:nvPicPr>
        <p:blipFill>
          <a:blip r:embed="rId6"/>
          <a:stretch>
            <a:fillRect/>
          </a:stretch>
        </p:blipFill>
        <p:spPr>
          <a:xfrm>
            <a:off x="3002706" y="1848689"/>
            <a:ext cx="2865322" cy="3942159"/>
          </a:xfrm>
          <a:prstGeom prst="rect">
            <a:avLst/>
          </a:prstGeom>
        </p:spPr>
      </p:pic>
    </p:spTree>
    <p:extLst>
      <p:ext uri="{BB962C8B-B14F-4D97-AF65-F5344CB8AC3E}">
        <p14:creationId xmlns:p14="http://schemas.microsoft.com/office/powerpoint/2010/main" val="150400215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09B2115-FAB2-4C9F-4A34-557CD95C197E}"/>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8C48BA2A-71FE-3128-DE60-F7ABA455DDDD}"/>
              </a:ext>
            </a:extLst>
          </p:cNvPr>
          <p:cNvSpPr txBox="1">
            <a:spLocks noGrp="1"/>
          </p:cNvSpPr>
          <p:nvPr>
            <p:ph type="title"/>
          </p:nvPr>
        </p:nvSpPr>
        <p:spPr>
          <a:xfrm>
            <a:off x="685800" y="408883"/>
            <a:ext cx="10994410" cy="874598"/>
          </a:xfrm>
          <a:prstGeom prst="rect">
            <a:avLst/>
          </a:prstGeom>
        </p:spPr>
        <p:txBody>
          <a:bodyPr vert="horz" wrap="square" lIns="0" tIns="12700" rIns="0" bIns="0" rtlCol="0">
            <a:spAutoFit/>
          </a:bodyPr>
          <a:lstStyle/>
          <a:p>
            <a:pPr marL="12700" algn="just">
              <a:lnSpc>
                <a:spcPct val="100000"/>
              </a:lnSpc>
              <a:spcBef>
                <a:spcPts val="100"/>
              </a:spcBef>
            </a:pPr>
            <a:r>
              <a:rPr lang="en-US" dirty="0"/>
              <a:t>Learning outcome #2a – Notebook section 2. Layout Fundamentals – </a:t>
            </a:r>
            <a:r>
              <a:rPr lang="en-US" dirty="0">
                <a:solidFill>
                  <a:srgbClr val="FF0000"/>
                </a:solidFill>
              </a:rPr>
              <a:t>MMI</a:t>
            </a:r>
            <a:br>
              <a:rPr lang="en-US" sz="2500" dirty="0"/>
            </a:br>
            <a:r>
              <a:rPr lang="en-US" sz="1800" b="0" i="1" dirty="0"/>
              <a:t>“Use your design results from Lab2 and Lab3 to create layout instances of your designed components: DCs, MMIs, MZIs &amp; Ring Resonators” </a:t>
            </a:r>
            <a:r>
              <a:rPr lang="en-US" sz="1800" b="0" i="1" dirty="0">
                <a:solidFill>
                  <a:srgbClr val="FF0000"/>
                </a:solidFill>
                <a:sym typeface="Wingdings" pitchFamily="2" charset="2"/>
              </a:rPr>
              <a:t> Make cells for all your components</a:t>
            </a:r>
            <a:endParaRPr sz="2500" b="0" i="1" dirty="0">
              <a:solidFill>
                <a:srgbClr val="FF0000"/>
              </a:solidFill>
              <a:latin typeface="+mj-lt"/>
              <a:cs typeface="Lucida Sans"/>
            </a:endParaRPr>
          </a:p>
        </p:txBody>
      </p:sp>
      <p:pic>
        <p:nvPicPr>
          <p:cNvPr id="83" name="Gráfico 82">
            <a:extLst>
              <a:ext uri="{FF2B5EF4-FFF2-40B4-BE49-F238E27FC236}">
                <a16:creationId xmlns:a16="http://schemas.microsoft.com/office/drawing/2014/main" id="{08AFFE6D-2C8B-1348-AAE1-18A185CCCDF7}"/>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B8D7FCAE-3B40-4532-C802-2EC84DA0378E}"/>
              </a:ext>
            </a:extLst>
          </p:cNvPr>
          <p:cNvSpPr>
            <a:spLocks noGrp="1"/>
          </p:cNvSpPr>
          <p:nvPr>
            <p:ph type="sldNum" sz="quarter" idx="7"/>
          </p:nvPr>
        </p:nvSpPr>
        <p:spPr/>
        <p:txBody>
          <a:bodyPr/>
          <a:lstStyle/>
          <a:p>
            <a:fld id="{B6F15528-21DE-4FAA-801E-634DDDAF4B2B}" type="slidenum">
              <a:rPr lang="es-ES" smtClean="0"/>
              <a:t>10</a:t>
            </a:fld>
            <a:endParaRPr lang="es-ES"/>
          </a:p>
        </p:txBody>
      </p:sp>
      <p:sp>
        <p:nvSpPr>
          <p:cNvPr id="3" name="Marcador de pie de página 2">
            <a:extLst>
              <a:ext uri="{FF2B5EF4-FFF2-40B4-BE49-F238E27FC236}">
                <a16:creationId xmlns:a16="http://schemas.microsoft.com/office/drawing/2014/main" id="{8039DB0A-4B7C-4170-CA8C-D1B69AEBAD1C}"/>
              </a:ext>
            </a:extLst>
          </p:cNvPr>
          <p:cNvSpPr>
            <a:spLocks noGrp="1"/>
          </p:cNvSpPr>
          <p:nvPr>
            <p:ph type="ftr" sz="quarter" idx="5"/>
          </p:nvPr>
        </p:nvSpPr>
        <p:spPr/>
        <p:txBody>
          <a:bodyPr/>
          <a:lstStyle/>
          <a:p>
            <a:pPr marL="12700">
              <a:spcBef>
                <a:spcPts val="15"/>
              </a:spcBef>
            </a:pPr>
            <a:r>
              <a:rPr lang="es-ES" spc="-5"/>
              <a:t>LAB 4.0. LAYOUT</a:t>
            </a:r>
            <a:endParaRPr lang="es-ES" spc="-5" dirty="0"/>
          </a:p>
        </p:txBody>
      </p:sp>
      <p:sp>
        <p:nvSpPr>
          <p:cNvPr id="6" name="Rectángulo 5">
            <a:extLst>
              <a:ext uri="{FF2B5EF4-FFF2-40B4-BE49-F238E27FC236}">
                <a16:creationId xmlns:a16="http://schemas.microsoft.com/office/drawing/2014/main" id="{693AD1E9-4718-C740-6248-732E5944C190}"/>
              </a:ext>
            </a:extLst>
          </p:cNvPr>
          <p:cNvSpPr/>
          <p:nvPr/>
        </p:nvSpPr>
        <p:spPr>
          <a:xfrm>
            <a:off x="228600" y="1420406"/>
            <a:ext cx="6477000" cy="4751794"/>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Rectángulo 7">
            <a:extLst>
              <a:ext uri="{FF2B5EF4-FFF2-40B4-BE49-F238E27FC236}">
                <a16:creationId xmlns:a16="http://schemas.microsoft.com/office/drawing/2014/main" id="{5C3A0D8E-A8A9-F0F4-08B3-13F9FC76687E}"/>
              </a:ext>
            </a:extLst>
          </p:cNvPr>
          <p:cNvSpPr/>
          <p:nvPr/>
        </p:nvSpPr>
        <p:spPr>
          <a:xfrm>
            <a:off x="6934199" y="1420406"/>
            <a:ext cx="5179853" cy="4751794"/>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Picture 4">
            <a:extLst>
              <a:ext uri="{FF2B5EF4-FFF2-40B4-BE49-F238E27FC236}">
                <a16:creationId xmlns:a16="http://schemas.microsoft.com/office/drawing/2014/main" id="{AD021F15-8059-2357-2920-011A4E641E6F}"/>
              </a:ext>
            </a:extLst>
          </p:cNvPr>
          <p:cNvPicPr>
            <a:picLocks noChangeAspect="1"/>
          </p:cNvPicPr>
          <p:nvPr/>
        </p:nvPicPr>
        <p:blipFill>
          <a:blip r:embed="rId4"/>
          <a:stretch>
            <a:fillRect/>
          </a:stretch>
        </p:blipFill>
        <p:spPr>
          <a:xfrm>
            <a:off x="7092122" y="1924235"/>
            <a:ext cx="5021931" cy="3791065"/>
          </a:xfrm>
          <a:prstGeom prst="rect">
            <a:avLst/>
          </a:prstGeom>
        </p:spPr>
      </p:pic>
      <p:pic>
        <p:nvPicPr>
          <p:cNvPr id="9" name="Picture 8">
            <a:extLst>
              <a:ext uri="{FF2B5EF4-FFF2-40B4-BE49-F238E27FC236}">
                <a16:creationId xmlns:a16="http://schemas.microsoft.com/office/drawing/2014/main" id="{AF8489FB-8723-61CB-810C-FB83ECDD0430}"/>
              </a:ext>
            </a:extLst>
          </p:cNvPr>
          <p:cNvPicPr>
            <a:picLocks noChangeAspect="1"/>
          </p:cNvPicPr>
          <p:nvPr/>
        </p:nvPicPr>
        <p:blipFill>
          <a:blip r:embed="rId5"/>
          <a:stretch>
            <a:fillRect/>
          </a:stretch>
        </p:blipFill>
        <p:spPr>
          <a:xfrm>
            <a:off x="266434" y="1647943"/>
            <a:ext cx="3212015" cy="4343651"/>
          </a:xfrm>
          <a:prstGeom prst="rect">
            <a:avLst/>
          </a:prstGeom>
        </p:spPr>
      </p:pic>
      <p:pic>
        <p:nvPicPr>
          <p:cNvPr id="13" name="Picture 12">
            <a:extLst>
              <a:ext uri="{FF2B5EF4-FFF2-40B4-BE49-F238E27FC236}">
                <a16:creationId xmlns:a16="http://schemas.microsoft.com/office/drawing/2014/main" id="{B45801F0-5C34-2998-A050-5D25A66E450E}"/>
              </a:ext>
            </a:extLst>
          </p:cNvPr>
          <p:cNvPicPr>
            <a:picLocks noChangeAspect="1"/>
          </p:cNvPicPr>
          <p:nvPr/>
        </p:nvPicPr>
        <p:blipFill>
          <a:blip r:embed="rId6"/>
          <a:stretch>
            <a:fillRect/>
          </a:stretch>
        </p:blipFill>
        <p:spPr>
          <a:xfrm>
            <a:off x="3528773" y="2590800"/>
            <a:ext cx="3144202" cy="2845173"/>
          </a:xfrm>
          <a:prstGeom prst="rect">
            <a:avLst/>
          </a:prstGeom>
        </p:spPr>
      </p:pic>
    </p:spTree>
    <p:extLst>
      <p:ext uri="{BB962C8B-B14F-4D97-AF65-F5344CB8AC3E}">
        <p14:creationId xmlns:p14="http://schemas.microsoft.com/office/powerpoint/2010/main" val="167037924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D271AEE-D229-96A1-92F0-7D4ED61B7314}"/>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9EE377A0-31D9-754E-0385-59280D777CF0}"/>
              </a:ext>
            </a:extLst>
          </p:cNvPr>
          <p:cNvSpPr txBox="1">
            <a:spLocks noGrp="1"/>
          </p:cNvSpPr>
          <p:nvPr>
            <p:ph type="title"/>
          </p:nvPr>
        </p:nvSpPr>
        <p:spPr>
          <a:xfrm>
            <a:off x="685800" y="408883"/>
            <a:ext cx="10994410" cy="874598"/>
          </a:xfrm>
          <a:prstGeom prst="rect">
            <a:avLst/>
          </a:prstGeom>
        </p:spPr>
        <p:txBody>
          <a:bodyPr vert="horz" wrap="square" lIns="0" tIns="12700" rIns="0" bIns="0" rtlCol="0">
            <a:spAutoFit/>
          </a:bodyPr>
          <a:lstStyle/>
          <a:p>
            <a:pPr marL="12700" algn="just">
              <a:lnSpc>
                <a:spcPct val="100000"/>
              </a:lnSpc>
              <a:spcBef>
                <a:spcPts val="100"/>
              </a:spcBef>
            </a:pPr>
            <a:r>
              <a:rPr lang="en-US" dirty="0"/>
              <a:t>Learning outcome #2a – Notebook section 2. Layout Fundamentals –MZ</a:t>
            </a:r>
            <a:r>
              <a:rPr lang="en-US" dirty="0">
                <a:solidFill>
                  <a:srgbClr val="FF0000"/>
                </a:solidFill>
              </a:rPr>
              <a:t>I</a:t>
            </a:r>
            <a:br>
              <a:rPr lang="en-US" sz="2500" dirty="0"/>
            </a:br>
            <a:r>
              <a:rPr lang="en-US" sz="1800" b="0" i="1" dirty="0"/>
              <a:t>“Use your design results from Lab2 and Lab3 to create layout instances of your designed components: DCs, MMIs, MZIs &amp; Ring Resonators” </a:t>
            </a:r>
            <a:r>
              <a:rPr lang="en-US" sz="1800" b="0" i="1" dirty="0">
                <a:solidFill>
                  <a:srgbClr val="FF0000"/>
                </a:solidFill>
                <a:sym typeface="Wingdings" pitchFamily="2" charset="2"/>
              </a:rPr>
              <a:t> Make cells for all your components</a:t>
            </a:r>
            <a:endParaRPr sz="2500" b="0" i="1" dirty="0">
              <a:solidFill>
                <a:srgbClr val="FF0000"/>
              </a:solidFill>
              <a:latin typeface="+mj-lt"/>
              <a:cs typeface="Lucida Sans"/>
            </a:endParaRPr>
          </a:p>
        </p:txBody>
      </p:sp>
      <p:pic>
        <p:nvPicPr>
          <p:cNvPr id="83" name="Gráfico 82">
            <a:extLst>
              <a:ext uri="{FF2B5EF4-FFF2-40B4-BE49-F238E27FC236}">
                <a16:creationId xmlns:a16="http://schemas.microsoft.com/office/drawing/2014/main" id="{795EA010-57B3-5738-A6BB-0461A110D352}"/>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BCA8565A-EF13-3CC0-EE54-7D2CE816ECFB}"/>
              </a:ext>
            </a:extLst>
          </p:cNvPr>
          <p:cNvSpPr>
            <a:spLocks noGrp="1"/>
          </p:cNvSpPr>
          <p:nvPr>
            <p:ph type="sldNum" sz="quarter" idx="7"/>
          </p:nvPr>
        </p:nvSpPr>
        <p:spPr/>
        <p:txBody>
          <a:bodyPr/>
          <a:lstStyle/>
          <a:p>
            <a:fld id="{B6F15528-21DE-4FAA-801E-634DDDAF4B2B}" type="slidenum">
              <a:rPr lang="es-ES" smtClean="0"/>
              <a:t>11</a:t>
            </a:fld>
            <a:endParaRPr lang="es-ES"/>
          </a:p>
        </p:txBody>
      </p:sp>
      <p:sp>
        <p:nvSpPr>
          <p:cNvPr id="3" name="Marcador de pie de página 2">
            <a:extLst>
              <a:ext uri="{FF2B5EF4-FFF2-40B4-BE49-F238E27FC236}">
                <a16:creationId xmlns:a16="http://schemas.microsoft.com/office/drawing/2014/main" id="{4999E48B-C9A8-C844-D3F8-15E6E8433FAF}"/>
              </a:ext>
            </a:extLst>
          </p:cNvPr>
          <p:cNvSpPr>
            <a:spLocks noGrp="1"/>
          </p:cNvSpPr>
          <p:nvPr>
            <p:ph type="ftr" sz="quarter" idx="5"/>
          </p:nvPr>
        </p:nvSpPr>
        <p:spPr/>
        <p:txBody>
          <a:bodyPr/>
          <a:lstStyle/>
          <a:p>
            <a:pPr marL="12700">
              <a:spcBef>
                <a:spcPts val="15"/>
              </a:spcBef>
            </a:pPr>
            <a:r>
              <a:rPr lang="es-ES" spc="-5"/>
              <a:t>LAB 4.0. LAYOUT</a:t>
            </a:r>
            <a:endParaRPr lang="es-ES" spc="-5" dirty="0"/>
          </a:p>
        </p:txBody>
      </p:sp>
      <p:sp>
        <p:nvSpPr>
          <p:cNvPr id="6" name="Rectángulo 5">
            <a:extLst>
              <a:ext uri="{FF2B5EF4-FFF2-40B4-BE49-F238E27FC236}">
                <a16:creationId xmlns:a16="http://schemas.microsoft.com/office/drawing/2014/main" id="{195F5EA0-9D61-F004-5E3B-93B2E00D5D9F}"/>
              </a:ext>
            </a:extLst>
          </p:cNvPr>
          <p:cNvSpPr/>
          <p:nvPr/>
        </p:nvSpPr>
        <p:spPr>
          <a:xfrm>
            <a:off x="609600" y="1420406"/>
            <a:ext cx="5486400" cy="4751794"/>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Rectángulo 7">
            <a:extLst>
              <a:ext uri="{FF2B5EF4-FFF2-40B4-BE49-F238E27FC236}">
                <a16:creationId xmlns:a16="http://schemas.microsoft.com/office/drawing/2014/main" id="{EC7FEFBA-4462-9D09-127C-A6A848E4234C}"/>
              </a:ext>
            </a:extLst>
          </p:cNvPr>
          <p:cNvSpPr/>
          <p:nvPr/>
        </p:nvSpPr>
        <p:spPr>
          <a:xfrm>
            <a:off x="6553201" y="1420406"/>
            <a:ext cx="5560852" cy="4751794"/>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4" name="Picture 3">
            <a:extLst>
              <a:ext uri="{FF2B5EF4-FFF2-40B4-BE49-F238E27FC236}">
                <a16:creationId xmlns:a16="http://schemas.microsoft.com/office/drawing/2014/main" id="{7D1F2331-1539-29E4-039F-E3A11B1C93E9}"/>
              </a:ext>
            </a:extLst>
          </p:cNvPr>
          <p:cNvPicPr>
            <a:picLocks noChangeAspect="1"/>
          </p:cNvPicPr>
          <p:nvPr/>
        </p:nvPicPr>
        <p:blipFill>
          <a:blip r:embed="rId4"/>
          <a:stretch>
            <a:fillRect/>
          </a:stretch>
        </p:blipFill>
        <p:spPr>
          <a:xfrm>
            <a:off x="6741140" y="1872573"/>
            <a:ext cx="5141000" cy="3846262"/>
          </a:xfrm>
          <a:prstGeom prst="rect">
            <a:avLst/>
          </a:prstGeom>
        </p:spPr>
      </p:pic>
      <p:pic>
        <p:nvPicPr>
          <p:cNvPr id="12" name="Picture 11">
            <a:extLst>
              <a:ext uri="{FF2B5EF4-FFF2-40B4-BE49-F238E27FC236}">
                <a16:creationId xmlns:a16="http://schemas.microsoft.com/office/drawing/2014/main" id="{814075EA-FFD6-D5F9-1EE7-A2CF80E76EC3}"/>
              </a:ext>
            </a:extLst>
          </p:cNvPr>
          <p:cNvPicPr>
            <a:picLocks noChangeAspect="1"/>
          </p:cNvPicPr>
          <p:nvPr/>
        </p:nvPicPr>
        <p:blipFill>
          <a:blip r:embed="rId5"/>
          <a:stretch>
            <a:fillRect/>
          </a:stretch>
        </p:blipFill>
        <p:spPr>
          <a:xfrm>
            <a:off x="1056017" y="1594758"/>
            <a:ext cx="4593566" cy="4401892"/>
          </a:xfrm>
          <a:prstGeom prst="rect">
            <a:avLst/>
          </a:prstGeom>
        </p:spPr>
      </p:pic>
    </p:spTree>
    <p:extLst>
      <p:ext uri="{BB962C8B-B14F-4D97-AF65-F5344CB8AC3E}">
        <p14:creationId xmlns:p14="http://schemas.microsoft.com/office/powerpoint/2010/main" val="929267385"/>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DB17BBF-3BE3-C4B4-A9E8-32C77E1909F4}"/>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9D678D09-C459-9BAE-B5C4-386DD03A7AE1}"/>
              </a:ext>
            </a:extLst>
          </p:cNvPr>
          <p:cNvSpPr txBox="1">
            <a:spLocks noGrp="1"/>
          </p:cNvSpPr>
          <p:nvPr>
            <p:ph type="title"/>
          </p:nvPr>
        </p:nvSpPr>
        <p:spPr>
          <a:xfrm>
            <a:off x="685800" y="408883"/>
            <a:ext cx="10994410" cy="874598"/>
          </a:xfrm>
          <a:prstGeom prst="rect">
            <a:avLst/>
          </a:prstGeom>
        </p:spPr>
        <p:txBody>
          <a:bodyPr vert="horz" wrap="square" lIns="0" tIns="12700" rIns="0" bIns="0" rtlCol="0">
            <a:spAutoFit/>
          </a:bodyPr>
          <a:lstStyle/>
          <a:p>
            <a:pPr marL="12700" algn="just">
              <a:lnSpc>
                <a:spcPct val="100000"/>
              </a:lnSpc>
              <a:spcBef>
                <a:spcPts val="100"/>
              </a:spcBef>
            </a:pPr>
            <a:r>
              <a:rPr lang="en-US" dirty="0"/>
              <a:t>Learning outcome #2a – Notebook section 2. Layout Fundamentals –MZ</a:t>
            </a:r>
            <a:r>
              <a:rPr lang="en-US" dirty="0">
                <a:solidFill>
                  <a:srgbClr val="FF0000"/>
                </a:solidFill>
              </a:rPr>
              <a:t>I Unbalanced</a:t>
            </a:r>
            <a:br>
              <a:rPr lang="en-US" sz="2500" dirty="0"/>
            </a:br>
            <a:r>
              <a:rPr lang="en-US" sz="1800" b="0" i="1" dirty="0"/>
              <a:t>“Use your design results from Lab2 and Lab3 to create layout instances of your designed components: DCs, MMIs, MZIs &amp; Ring Resonators” </a:t>
            </a:r>
            <a:r>
              <a:rPr lang="en-US" sz="1800" b="0" i="1" dirty="0">
                <a:solidFill>
                  <a:srgbClr val="FF0000"/>
                </a:solidFill>
                <a:sym typeface="Wingdings" pitchFamily="2" charset="2"/>
              </a:rPr>
              <a:t> Make cells for all your components</a:t>
            </a:r>
            <a:endParaRPr sz="2500" b="0" i="1" dirty="0">
              <a:solidFill>
                <a:srgbClr val="FF0000"/>
              </a:solidFill>
              <a:latin typeface="+mj-lt"/>
              <a:cs typeface="Lucida Sans"/>
            </a:endParaRPr>
          </a:p>
        </p:txBody>
      </p:sp>
      <p:pic>
        <p:nvPicPr>
          <p:cNvPr id="83" name="Gráfico 82">
            <a:extLst>
              <a:ext uri="{FF2B5EF4-FFF2-40B4-BE49-F238E27FC236}">
                <a16:creationId xmlns:a16="http://schemas.microsoft.com/office/drawing/2014/main" id="{0999A7D6-CBEC-2FFB-6C9D-8147D208432E}"/>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39A8930B-7086-226F-B07F-07D0DEFA942A}"/>
              </a:ext>
            </a:extLst>
          </p:cNvPr>
          <p:cNvSpPr>
            <a:spLocks noGrp="1"/>
          </p:cNvSpPr>
          <p:nvPr>
            <p:ph type="sldNum" sz="quarter" idx="7"/>
          </p:nvPr>
        </p:nvSpPr>
        <p:spPr/>
        <p:txBody>
          <a:bodyPr/>
          <a:lstStyle/>
          <a:p>
            <a:fld id="{B6F15528-21DE-4FAA-801E-634DDDAF4B2B}" type="slidenum">
              <a:rPr lang="es-ES" smtClean="0"/>
              <a:t>12</a:t>
            </a:fld>
            <a:endParaRPr lang="es-ES"/>
          </a:p>
        </p:txBody>
      </p:sp>
      <p:sp>
        <p:nvSpPr>
          <p:cNvPr id="3" name="Marcador de pie de página 2">
            <a:extLst>
              <a:ext uri="{FF2B5EF4-FFF2-40B4-BE49-F238E27FC236}">
                <a16:creationId xmlns:a16="http://schemas.microsoft.com/office/drawing/2014/main" id="{BBF8846C-9E74-C140-5FB9-5BC539F81082}"/>
              </a:ext>
            </a:extLst>
          </p:cNvPr>
          <p:cNvSpPr>
            <a:spLocks noGrp="1"/>
          </p:cNvSpPr>
          <p:nvPr>
            <p:ph type="ftr" sz="quarter" idx="5"/>
          </p:nvPr>
        </p:nvSpPr>
        <p:spPr/>
        <p:txBody>
          <a:bodyPr/>
          <a:lstStyle/>
          <a:p>
            <a:pPr marL="12700">
              <a:spcBef>
                <a:spcPts val="15"/>
              </a:spcBef>
            </a:pPr>
            <a:r>
              <a:rPr lang="es-ES" spc="-5"/>
              <a:t>LAB 4.0. LAYOUT</a:t>
            </a:r>
            <a:endParaRPr lang="es-ES" spc="-5" dirty="0"/>
          </a:p>
        </p:txBody>
      </p:sp>
      <p:sp>
        <p:nvSpPr>
          <p:cNvPr id="6" name="Rectángulo 5">
            <a:extLst>
              <a:ext uri="{FF2B5EF4-FFF2-40B4-BE49-F238E27FC236}">
                <a16:creationId xmlns:a16="http://schemas.microsoft.com/office/drawing/2014/main" id="{523BB8A4-E42A-9BE4-8ABF-ADE04714BF9B}"/>
              </a:ext>
            </a:extLst>
          </p:cNvPr>
          <p:cNvSpPr/>
          <p:nvPr/>
        </p:nvSpPr>
        <p:spPr>
          <a:xfrm>
            <a:off x="609600" y="1420406"/>
            <a:ext cx="5486400" cy="4751794"/>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Rectángulo 7">
            <a:extLst>
              <a:ext uri="{FF2B5EF4-FFF2-40B4-BE49-F238E27FC236}">
                <a16:creationId xmlns:a16="http://schemas.microsoft.com/office/drawing/2014/main" id="{B08760D9-2552-8F2F-0A21-F4344A18D71C}"/>
              </a:ext>
            </a:extLst>
          </p:cNvPr>
          <p:cNvSpPr/>
          <p:nvPr/>
        </p:nvSpPr>
        <p:spPr>
          <a:xfrm>
            <a:off x="6553201" y="1420406"/>
            <a:ext cx="5560852" cy="4751794"/>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4" name="Picture 3">
            <a:extLst>
              <a:ext uri="{FF2B5EF4-FFF2-40B4-BE49-F238E27FC236}">
                <a16:creationId xmlns:a16="http://schemas.microsoft.com/office/drawing/2014/main" id="{12AA7593-B8B1-D9DE-C4AA-3F8C2AAB6D72}"/>
              </a:ext>
            </a:extLst>
          </p:cNvPr>
          <p:cNvPicPr>
            <a:picLocks noChangeAspect="1"/>
          </p:cNvPicPr>
          <p:nvPr/>
        </p:nvPicPr>
        <p:blipFill>
          <a:blip r:embed="rId4">
            <a:extLst>
              <a:ext uri="{28A0092B-C50C-407E-A947-70E740481C1C}">
                <a14:useLocalDpi xmlns:a14="http://schemas.microsoft.com/office/drawing/2010/main" val="0"/>
              </a:ext>
            </a:extLst>
          </a:blip>
          <a:srcRect/>
          <a:stretch/>
        </p:blipFill>
        <p:spPr>
          <a:xfrm>
            <a:off x="6764116" y="1872573"/>
            <a:ext cx="5095048" cy="3846262"/>
          </a:xfrm>
          <a:prstGeom prst="rect">
            <a:avLst/>
          </a:prstGeom>
        </p:spPr>
      </p:pic>
      <p:pic>
        <p:nvPicPr>
          <p:cNvPr id="12" name="Picture 11">
            <a:extLst>
              <a:ext uri="{FF2B5EF4-FFF2-40B4-BE49-F238E27FC236}">
                <a16:creationId xmlns:a16="http://schemas.microsoft.com/office/drawing/2014/main" id="{4F86BE59-FD5D-34E6-8EBD-74A3BAF9584D}"/>
              </a:ext>
            </a:extLst>
          </p:cNvPr>
          <p:cNvPicPr>
            <a:picLocks noChangeAspect="1"/>
          </p:cNvPicPr>
          <p:nvPr/>
        </p:nvPicPr>
        <p:blipFill>
          <a:blip r:embed="rId5">
            <a:extLst>
              <a:ext uri="{28A0092B-C50C-407E-A947-70E740481C1C}">
                <a14:useLocalDpi xmlns:a14="http://schemas.microsoft.com/office/drawing/2010/main" val="0"/>
              </a:ext>
            </a:extLst>
          </a:blip>
          <a:srcRect/>
          <a:stretch/>
        </p:blipFill>
        <p:spPr>
          <a:xfrm>
            <a:off x="1056017" y="2112025"/>
            <a:ext cx="4593566" cy="3367357"/>
          </a:xfrm>
          <a:prstGeom prst="rect">
            <a:avLst/>
          </a:prstGeom>
        </p:spPr>
      </p:pic>
    </p:spTree>
    <p:extLst>
      <p:ext uri="{BB962C8B-B14F-4D97-AF65-F5344CB8AC3E}">
        <p14:creationId xmlns:p14="http://schemas.microsoft.com/office/powerpoint/2010/main" val="3073885127"/>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B3251FD-5C48-FB31-0BCD-11B2681EB436}"/>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05ADEBC5-E866-B967-BDFA-ADB5DE5AFF9B}"/>
              </a:ext>
            </a:extLst>
          </p:cNvPr>
          <p:cNvSpPr txBox="1">
            <a:spLocks noGrp="1"/>
          </p:cNvSpPr>
          <p:nvPr>
            <p:ph type="title"/>
          </p:nvPr>
        </p:nvSpPr>
        <p:spPr>
          <a:xfrm>
            <a:off x="685800" y="408883"/>
            <a:ext cx="10994410" cy="874598"/>
          </a:xfrm>
          <a:prstGeom prst="rect">
            <a:avLst/>
          </a:prstGeom>
        </p:spPr>
        <p:txBody>
          <a:bodyPr vert="horz" wrap="square" lIns="0" tIns="12700" rIns="0" bIns="0" rtlCol="0">
            <a:spAutoFit/>
          </a:bodyPr>
          <a:lstStyle/>
          <a:p>
            <a:pPr marL="12700" algn="just">
              <a:lnSpc>
                <a:spcPct val="100000"/>
              </a:lnSpc>
              <a:spcBef>
                <a:spcPts val="100"/>
              </a:spcBef>
            </a:pPr>
            <a:r>
              <a:rPr lang="en-US" dirty="0"/>
              <a:t>Learning outcome #2a – Notebook section 2. Layout Fundamentals – Ring resonator</a:t>
            </a:r>
            <a:br>
              <a:rPr lang="en-US" sz="2500" dirty="0"/>
            </a:br>
            <a:r>
              <a:rPr lang="en-US" sz="1800" b="0" i="1" dirty="0"/>
              <a:t>“Use your design results from Lab2 and Lab3 to create layout instances of your designed components: DCs, MMIs, MZIs &amp; Ring Resonators” </a:t>
            </a:r>
            <a:r>
              <a:rPr lang="en-US" sz="1800" b="0" i="1" dirty="0">
                <a:solidFill>
                  <a:srgbClr val="FF0000"/>
                </a:solidFill>
                <a:sym typeface="Wingdings" pitchFamily="2" charset="2"/>
              </a:rPr>
              <a:t> Make cells for all your components</a:t>
            </a:r>
            <a:endParaRPr sz="2500" b="0" i="1" dirty="0">
              <a:solidFill>
                <a:srgbClr val="FF0000"/>
              </a:solidFill>
              <a:latin typeface="+mj-lt"/>
              <a:cs typeface="Lucida Sans"/>
            </a:endParaRPr>
          </a:p>
        </p:txBody>
      </p:sp>
      <p:pic>
        <p:nvPicPr>
          <p:cNvPr id="83" name="Gráfico 82">
            <a:extLst>
              <a:ext uri="{FF2B5EF4-FFF2-40B4-BE49-F238E27FC236}">
                <a16:creationId xmlns:a16="http://schemas.microsoft.com/office/drawing/2014/main" id="{B37B9390-3727-F226-9BD5-22665CD9B839}"/>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A19CA362-D542-943F-0CF7-D2BEC32E8154}"/>
              </a:ext>
            </a:extLst>
          </p:cNvPr>
          <p:cNvSpPr>
            <a:spLocks noGrp="1"/>
          </p:cNvSpPr>
          <p:nvPr>
            <p:ph type="sldNum" sz="quarter" idx="7"/>
          </p:nvPr>
        </p:nvSpPr>
        <p:spPr/>
        <p:txBody>
          <a:bodyPr/>
          <a:lstStyle/>
          <a:p>
            <a:fld id="{B6F15528-21DE-4FAA-801E-634DDDAF4B2B}" type="slidenum">
              <a:rPr lang="es-ES" smtClean="0"/>
              <a:t>13</a:t>
            </a:fld>
            <a:endParaRPr lang="es-ES"/>
          </a:p>
        </p:txBody>
      </p:sp>
      <p:sp>
        <p:nvSpPr>
          <p:cNvPr id="3" name="Marcador de pie de página 2">
            <a:extLst>
              <a:ext uri="{FF2B5EF4-FFF2-40B4-BE49-F238E27FC236}">
                <a16:creationId xmlns:a16="http://schemas.microsoft.com/office/drawing/2014/main" id="{3E8E3886-D955-E5AD-52B1-0B5E63D748C0}"/>
              </a:ext>
            </a:extLst>
          </p:cNvPr>
          <p:cNvSpPr>
            <a:spLocks noGrp="1"/>
          </p:cNvSpPr>
          <p:nvPr>
            <p:ph type="ftr" sz="quarter" idx="5"/>
          </p:nvPr>
        </p:nvSpPr>
        <p:spPr/>
        <p:txBody>
          <a:bodyPr/>
          <a:lstStyle/>
          <a:p>
            <a:pPr marL="12700">
              <a:spcBef>
                <a:spcPts val="15"/>
              </a:spcBef>
            </a:pPr>
            <a:r>
              <a:rPr lang="es-ES" spc="-5"/>
              <a:t>LAB 4.0. LAYOUT</a:t>
            </a:r>
            <a:endParaRPr lang="es-ES" spc="-5" dirty="0"/>
          </a:p>
        </p:txBody>
      </p:sp>
      <p:sp>
        <p:nvSpPr>
          <p:cNvPr id="6" name="Rectángulo 5">
            <a:extLst>
              <a:ext uri="{FF2B5EF4-FFF2-40B4-BE49-F238E27FC236}">
                <a16:creationId xmlns:a16="http://schemas.microsoft.com/office/drawing/2014/main" id="{7702F71E-CAFB-687F-FB7D-B836150C7287}"/>
              </a:ext>
            </a:extLst>
          </p:cNvPr>
          <p:cNvSpPr/>
          <p:nvPr/>
        </p:nvSpPr>
        <p:spPr>
          <a:xfrm>
            <a:off x="609600" y="1420406"/>
            <a:ext cx="5486400" cy="4751794"/>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Rectángulo 7">
            <a:extLst>
              <a:ext uri="{FF2B5EF4-FFF2-40B4-BE49-F238E27FC236}">
                <a16:creationId xmlns:a16="http://schemas.microsoft.com/office/drawing/2014/main" id="{C401B051-AB16-729A-B4B9-C9972225AF2C}"/>
              </a:ext>
            </a:extLst>
          </p:cNvPr>
          <p:cNvSpPr/>
          <p:nvPr/>
        </p:nvSpPr>
        <p:spPr>
          <a:xfrm>
            <a:off x="6553201" y="1420406"/>
            <a:ext cx="5560852" cy="4751794"/>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Picture 4">
            <a:extLst>
              <a:ext uri="{FF2B5EF4-FFF2-40B4-BE49-F238E27FC236}">
                <a16:creationId xmlns:a16="http://schemas.microsoft.com/office/drawing/2014/main" id="{6118FCFF-AD30-1175-BAD5-88403728C172}"/>
              </a:ext>
            </a:extLst>
          </p:cNvPr>
          <p:cNvPicPr>
            <a:picLocks noChangeAspect="1"/>
          </p:cNvPicPr>
          <p:nvPr/>
        </p:nvPicPr>
        <p:blipFill>
          <a:blip r:embed="rId4"/>
          <a:stretch>
            <a:fillRect/>
          </a:stretch>
        </p:blipFill>
        <p:spPr>
          <a:xfrm>
            <a:off x="6612305" y="1743319"/>
            <a:ext cx="5501244" cy="4152900"/>
          </a:xfrm>
          <a:prstGeom prst="rect">
            <a:avLst/>
          </a:prstGeom>
        </p:spPr>
      </p:pic>
      <p:pic>
        <p:nvPicPr>
          <p:cNvPr id="9" name="Picture 8">
            <a:extLst>
              <a:ext uri="{FF2B5EF4-FFF2-40B4-BE49-F238E27FC236}">
                <a16:creationId xmlns:a16="http://schemas.microsoft.com/office/drawing/2014/main" id="{887EF09F-ED29-E718-B329-8D6141FCC2B0}"/>
              </a:ext>
            </a:extLst>
          </p:cNvPr>
          <p:cNvPicPr>
            <a:picLocks noChangeAspect="1"/>
          </p:cNvPicPr>
          <p:nvPr/>
        </p:nvPicPr>
        <p:blipFill>
          <a:blip r:embed="rId5"/>
          <a:stretch>
            <a:fillRect/>
          </a:stretch>
        </p:blipFill>
        <p:spPr>
          <a:xfrm>
            <a:off x="1280063" y="1568338"/>
            <a:ext cx="4145473" cy="4548207"/>
          </a:xfrm>
          <a:prstGeom prst="rect">
            <a:avLst/>
          </a:prstGeom>
        </p:spPr>
      </p:pic>
    </p:spTree>
    <p:extLst>
      <p:ext uri="{BB962C8B-B14F-4D97-AF65-F5344CB8AC3E}">
        <p14:creationId xmlns:p14="http://schemas.microsoft.com/office/powerpoint/2010/main" val="581924095"/>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1EE3877-C806-0F21-82D2-4259FD4D0262}"/>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51C7BC27-0620-9901-272F-4E6C76CB7AB1}"/>
              </a:ext>
            </a:extLst>
          </p:cNvPr>
          <p:cNvSpPr txBox="1">
            <a:spLocks noGrp="1"/>
          </p:cNvSpPr>
          <p:nvPr>
            <p:ph type="title"/>
          </p:nvPr>
        </p:nvSpPr>
        <p:spPr>
          <a:xfrm>
            <a:off x="685800" y="408883"/>
            <a:ext cx="10994410" cy="397545"/>
          </a:xfrm>
          <a:prstGeom prst="rect">
            <a:avLst/>
          </a:prstGeom>
        </p:spPr>
        <p:txBody>
          <a:bodyPr vert="horz" wrap="square" lIns="0" tIns="12700" rIns="0" bIns="0" rtlCol="0">
            <a:spAutoFit/>
          </a:bodyPr>
          <a:lstStyle/>
          <a:p>
            <a:pPr marL="12700" algn="l">
              <a:lnSpc>
                <a:spcPct val="100000"/>
              </a:lnSpc>
              <a:spcBef>
                <a:spcPts val="100"/>
              </a:spcBef>
            </a:pPr>
            <a:r>
              <a:rPr lang="en-US" sz="2500"/>
              <a:t>Learning outcome #3 – Notebook section 3. Complete layout</a:t>
            </a:r>
            <a:endParaRPr sz="2500" b="0" i="1">
              <a:latin typeface="+mj-lt"/>
              <a:cs typeface="Lucida Sans"/>
            </a:endParaRPr>
          </a:p>
        </p:txBody>
      </p:sp>
      <p:pic>
        <p:nvPicPr>
          <p:cNvPr id="83" name="Gráfico 82">
            <a:extLst>
              <a:ext uri="{FF2B5EF4-FFF2-40B4-BE49-F238E27FC236}">
                <a16:creationId xmlns:a16="http://schemas.microsoft.com/office/drawing/2014/main" id="{DB90E2BE-62AF-4BAE-AEB8-34FED2E08F01}"/>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00C13B11-A4CD-B420-9C42-1F5041570FA7}"/>
              </a:ext>
            </a:extLst>
          </p:cNvPr>
          <p:cNvSpPr>
            <a:spLocks noGrp="1"/>
          </p:cNvSpPr>
          <p:nvPr>
            <p:ph type="sldNum" sz="quarter" idx="7"/>
          </p:nvPr>
        </p:nvSpPr>
        <p:spPr/>
        <p:txBody>
          <a:bodyPr/>
          <a:lstStyle/>
          <a:p>
            <a:fld id="{B6F15528-21DE-4FAA-801E-634DDDAF4B2B}" type="slidenum">
              <a:rPr lang="es-ES" smtClean="0"/>
              <a:t>14</a:t>
            </a:fld>
            <a:endParaRPr lang="es-ES"/>
          </a:p>
        </p:txBody>
      </p:sp>
      <p:sp>
        <p:nvSpPr>
          <p:cNvPr id="3" name="Marcador de pie de página 2">
            <a:extLst>
              <a:ext uri="{FF2B5EF4-FFF2-40B4-BE49-F238E27FC236}">
                <a16:creationId xmlns:a16="http://schemas.microsoft.com/office/drawing/2014/main" id="{D367C21A-051B-64A7-790F-F1DFD12F58E5}"/>
              </a:ext>
            </a:extLst>
          </p:cNvPr>
          <p:cNvSpPr>
            <a:spLocks noGrp="1"/>
          </p:cNvSpPr>
          <p:nvPr>
            <p:ph type="ftr" sz="quarter" idx="5"/>
          </p:nvPr>
        </p:nvSpPr>
        <p:spPr/>
        <p:txBody>
          <a:bodyPr/>
          <a:lstStyle/>
          <a:p>
            <a:pPr marL="12700">
              <a:spcBef>
                <a:spcPts val="15"/>
              </a:spcBef>
            </a:pPr>
            <a:r>
              <a:rPr lang="es-ES" spc="-5"/>
              <a:t>LAB 4.0. LAYOUT</a:t>
            </a:r>
          </a:p>
        </p:txBody>
      </p:sp>
      <p:sp>
        <p:nvSpPr>
          <p:cNvPr id="2" name="CuadroTexto 1">
            <a:extLst>
              <a:ext uri="{FF2B5EF4-FFF2-40B4-BE49-F238E27FC236}">
                <a16:creationId xmlns:a16="http://schemas.microsoft.com/office/drawing/2014/main" id="{8C0A14DF-373B-3A5E-9825-3BA9155DEE54}"/>
              </a:ext>
            </a:extLst>
          </p:cNvPr>
          <p:cNvSpPr txBox="1"/>
          <p:nvPr/>
        </p:nvSpPr>
        <p:spPr>
          <a:xfrm>
            <a:off x="511791" y="990600"/>
            <a:ext cx="6262788" cy="5181600"/>
          </a:xfrm>
          <a:prstGeom prst="rect">
            <a:avLst/>
          </a:prstGeom>
          <a:solidFill>
            <a:schemeClr val="bg1">
              <a:lumMod val="95000"/>
            </a:schemeClr>
          </a:solidFill>
          <a:ln w="28575">
            <a:solidFill>
              <a:srgbClr val="E0700D"/>
            </a:solidFill>
          </a:ln>
        </p:spPr>
        <p:txBody>
          <a:bodyPr wrap="square" rtlCol="0">
            <a:noAutofit/>
          </a:bodyPr>
          <a:lstStyle/>
          <a:p>
            <a:pPr algn="just"/>
            <a:r>
              <a:rPr lang="en-US" sz="1200" dirty="0">
                <a:latin typeface="Arial" panose="020B0604020202020204" pitchFamily="34" charset="0"/>
                <a:cs typeface="Arial" panose="020B0604020202020204" pitchFamily="34" charset="0"/>
              </a:rPr>
              <a:t>Read and describe 4 code blocks in section 3</a:t>
            </a:r>
          </a:p>
          <a:p>
            <a:pPr algn="just"/>
            <a:endParaRPr lang="en-US" sz="1200" dirty="0">
              <a:latin typeface="Arial" panose="020B0604020202020204" pitchFamily="34" charset="0"/>
              <a:cs typeface="Arial" panose="020B0604020202020204" pitchFamily="34" charset="0"/>
            </a:endParaRPr>
          </a:p>
          <a:p>
            <a:pPr algn="just"/>
            <a:r>
              <a:rPr lang="en-US" sz="1200" dirty="0">
                <a:latin typeface="Arial" panose="020B0604020202020204" pitchFamily="34" charset="0"/>
                <a:cs typeface="Arial" panose="020B0604020202020204" pitchFamily="34" charset="0"/>
              </a:rPr>
              <a:t>Block 1: </a:t>
            </a:r>
          </a:p>
          <a:p>
            <a:pPr algn="just"/>
            <a:endParaRPr lang="en-US" sz="1200" dirty="0">
              <a:latin typeface="Arial" panose="020B0604020202020204" pitchFamily="34" charset="0"/>
              <a:cs typeface="Arial" panose="020B0604020202020204" pitchFamily="34" charset="0"/>
            </a:endParaRPr>
          </a:p>
        </p:txBody>
      </p:sp>
      <p:sp>
        <p:nvSpPr>
          <p:cNvPr id="8" name="Rectángulo 7">
            <a:extLst>
              <a:ext uri="{FF2B5EF4-FFF2-40B4-BE49-F238E27FC236}">
                <a16:creationId xmlns:a16="http://schemas.microsoft.com/office/drawing/2014/main" id="{EB70AAA9-6BD6-FC33-3C28-15C9148FE265}"/>
              </a:ext>
            </a:extLst>
          </p:cNvPr>
          <p:cNvSpPr/>
          <p:nvPr/>
        </p:nvSpPr>
        <p:spPr>
          <a:xfrm>
            <a:off x="6981568" y="990285"/>
            <a:ext cx="4905631" cy="5181600"/>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CuadroTexto 8">
            <a:extLst>
              <a:ext uri="{FF2B5EF4-FFF2-40B4-BE49-F238E27FC236}">
                <a16:creationId xmlns:a16="http://schemas.microsoft.com/office/drawing/2014/main" id="{2C2D5648-CF77-8187-5B0F-C400DFA16DF8}"/>
              </a:ext>
            </a:extLst>
          </p:cNvPr>
          <p:cNvSpPr txBox="1"/>
          <p:nvPr/>
        </p:nvSpPr>
        <p:spPr>
          <a:xfrm>
            <a:off x="7663860" y="3105834"/>
            <a:ext cx="2807885" cy="646331"/>
          </a:xfrm>
          <a:prstGeom prst="rect">
            <a:avLst/>
          </a:prstGeom>
          <a:noFill/>
        </p:spPr>
        <p:txBody>
          <a:bodyPr wrap="none" rtlCol="0">
            <a:spAutoFit/>
          </a:bodyPr>
          <a:lstStyle/>
          <a:p>
            <a:pPr algn="ctr"/>
            <a:r>
              <a:rPr lang="es-ES"/>
              <a:t>Complete </a:t>
            </a:r>
            <a:r>
              <a:rPr lang="es-ES" err="1"/>
              <a:t>layout</a:t>
            </a:r>
            <a:r>
              <a:rPr lang="es-ES"/>
              <a:t> </a:t>
            </a:r>
            <a:r>
              <a:rPr lang="es-ES" err="1"/>
              <a:t>screenshot</a:t>
            </a:r>
            <a:endParaRPr lang="es-ES"/>
          </a:p>
          <a:p>
            <a:pPr algn="ctr"/>
            <a:r>
              <a:rPr lang="es-ES"/>
              <a:t> </a:t>
            </a:r>
            <a:r>
              <a:rPr lang="es-ES" err="1"/>
              <a:t>screenshot</a:t>
            </a:r>
            <a:endParaRPr lang="en-US"/>
          </a:p>
        </p:txBody>
      </p:sp>
      <p:pic>
        <p:nvPicPr>
          <p:cNvPr id="5" name="Imagen 4">
            <a:extLst>
              <a:ext uri="{FF2B5EF4-FFF2-40B4-BE49-F238E27FC236}">
                <a16:creationId xmlns:a16="http://schemas.microsoft.com/office/drawing/2014/main" id="{F42AAE72-306E-06D2-5209-E521C2A4B421}"/>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609600" y="1829557"/>
            <a:ext cx="6042658" cy="2956276"/>
          </a:xfrm>
          <a:prstGeom prst="rect">
            <a:avLst/>
          </a:prstGeom>
        </p:spPr>
      </p:pic>
      <p:pic>
        <p:nvPicPr>
          <p:cNvPr id="11" name="Imagen 10">
            <a:extLst>
              <a:ext uri="{FF2B5EF4-FFF2-40B4-BE49-F238E27FC236}">
                <a16:creationId xmlns:a16="http://schemas.microsoft.com/office/drawing/2014/main" id="{513C89C7-196B-0072-1EAA-C941AE3975AE}"/>
              </a:ext>
            </a:extLst>
          </p:cNvPr>
          <p:cNvPicPr>
            <a:picLocks noChangeAspect="1"/>
          </p:cNvPicPr>
          <p:nvPr/>
        </p:nvPicPr>
        <p:blipFill>
          <a:blip r:embed="rId5"/>
          <a:stretch>
            <a:fillRect/>
          </a:stretch>
        </p:blipFill>
        <p:spPr>
          <a:xfrm>
            <a:off x="7116982" y="1552851"/>
            <a:ext cx="4563228" cy="3444790"/>
          </a:xfrm>
          <a:prstGeom prst="rect">
            <a:avLst/>
          </a:prstGeom>
        </p:spPr>
      </p:pic>
    </p:spTree>
    <p:extLst>
      <p:ext uri="{BB962C8B-B14F-4D97-AF65-F5344CB8AC3E}">
        <p14:creationId xmlns:p14="http://schemas.microsoft.com/office/powerpoint/2010/main" val="3410169355"/>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A233729-0D99-5D85-A4E8-157CF6C00D69}"/>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82B2A16D-6B66-A2AF-E284-C61E2D4E8C3D}"/>
              </a:ext>
            </a:extLst>
          </p:cNvPr>
          <p:cNvSpPr txBox="1">
            <a:spLocks noGrp="1"/>
          </p:cNvSpPr>
          <p:nvPr>
            <p:ph type="title"/>
          </p:nvPr>
        </p:nvSpPr>
        <p:spPr>
          <a:xfrm>
            <a:off x="685800" y="408883"/>
            <a:ext cx="10994410" cy="397545"/>
          </a:xfrm>
          <a:prstGeom prst="rect">
            <a:avLst/>
          </a:prstGeom>
        </p:spPr>
        <p:txBody>
          <a:bodyPr vert="horz" wrap="square" lIns="0" tIns="12700" rIns="0" bIns="0" rtlCol="0">
            <a:spAutoFit/>
          </a:bodyPr>
          <a:lstStyle/>
          <a:p>
            <a:pPr marL="12700" algn="l">
              <a:lnSpc>
                <a:spcPct val="100000"/>
              </a:lnSpc>
              <a:spcBef>
                <a:spcPts val="100"/>
              </a:spcBef>
            </a:pPr>
            <a:r>
              <a:rPr lang="en-US" sz="2500"/>
              <a:t>Learning outcome #3 – Notebook section 3. Complete layout</a:t>
            </a:r>
            <a:endParaRPr sz="2500" b="0" i="1">
              <a:latin typeface="+mj-lt"/>
              <a:cs typeface="Lucida Sans"/>
            </a:endParaRPr>
          </a:p>
        </p:txBody>
      </p:sp>
      <p:pic>
        <p:nvPicPr>
          <p:cNvPr id="83" name="Gráfico 82">
            <a:extLst>
              <a:ext uri="{FF2B5EF4-FFF2-40B4-BE49-F238E27FC236}">
                <a16:creationId xmlns:a16="http://schemas.microsoft.com/office/drawing/2014/main" id="{6BE17AAE-BF58-4C84-0A5B-D263EF8A3735}"/>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26697461-DD4B-A59F-68DD-2ACE4CDF0643}"/>
              </a:ext>
            </a:extLst>
          </p:cNvPr>
          <p:cNvSpPr>
            <a:spLocks noGrp="1"/>
          </p:cNvSpPr>
          <p:nvPr>
            <p:ph type="sldNum" sz="quarter" idx="7"/>
          </p:nvPr>
        </p:nvSpPr>
        <p:spPr/>
        <p:txBody>
          <a:bodyPr/>
          <a:lstStyle/>
          <a:p>
            <a:fld id="{B6F15528-21DE-4FAA-801E-634DDDAF4B2B}" type="slidenum">
              <a:rPr lang="es-ES" smtClean="0"/>
              <a:t>15</a:t>
            </a:fld>
            <a:endParaRPr lang="es-ES"/>
          </a:p>
        </p:txBody>
      </p:sp>
      <p:sp>
        <p:nvSpPr>
          <p:cNvPr id="3" name="Marcador de pie de página 2">
            <a:extLst>
              <a:ext uri="{FF2B5EF4-FFF2-40B4-BE49-F238E27FC236}">
                <a16:creationId xmlns:a16="http://schemas.microsoft.com/office/drawing/2014/main" id="{D9B8E916-F658-7C86-4859-FFB2D8B558C1}"/>
              </a:ext>
            </a:extLst>
          </p:cNvPr>
          <p:cNvSpPr>
            <a:spLocks noGrp="1"/>
          </p:cNvSpPr>
          <p:nvPr>
            <p:ph type="ftr" sz="quarter" idx="5"/>
          </p:nvPr>
        </p:nvSpPr>
        <p:spPr/>
        <p:txBody>
          <a:bodyPr/>
          <a:lstStyle/>
          <a:p>
            <a:pPr marL="12700">
              <a:spcBef>
                <a:spcPts val="15"/>
              </a:spcBef>
            </a:pPr>
            <a:r>
              <a:rPr lang="es-ES" spc="-5"/>
              <a:t>LAB 4.0. LAYOUT</a:t>
            </a:r>
          </a:p>
        </p:txBody>
      </p:sp>
      <p:sp>
        <p:nvSpPr>
          <p:cNvPr id="2" name="CuadroTexto 1">
            <a:extLst>
              <a:ext uri="{FF2B5EF4-FFF2-40B4-BE49-F238E27FC236}">
                <a16:creationId xmlns:a16="http://schemas.microsoft.com/office/drawing/2014/main" id="{0B41BE03-560B-F33D-DD38-DB5358B27D52}"/>
              </a:ext>
            </a:extLst>
          </p:cNvPr>
          <p:cNvSpPr txBox="1"/>
          <p:nvPr/>
        </p:nvSpPr>
        <p:spPr>
          <a:xfrm>
            <a:off x="457201" y="990600"/>
            <a:ext cx="6663367" cy="5181600"/>
          </a:xfrm>
          <a:prstGeom prst="rect">
            <a:avLst/>
          </a:prstGeom>
          <a:solidFill>
            <a:schemeClr val="bg1">
              <a:lumMod val="95000"/>
            </a:schemeClr>
          </a:solidFill>
          <a:ln w="28575">
            <a:solidFill>
              <a:srgbClr val="E0700D"/>
            </a:solidFill>
          </a:ln>
        </p:spPr>
        <p:txBody>
          <a:bodyPr wrap="square" rtlCol="0">
            <a:noAutofit/>
          </a:bodyPr>
          <a:lstStyle/>
          <a:p>
            <a:pPr algn="just"/>
            <a:r>
              <a:rPr lang="en-US" sz="1200" dirty="0">
                <a:latin typeface="Arial" panose="020B0604020202020204" pitchFamily="34" charset="0"/>
                <a:cs typeface="Arial" panose="020B0604020202020204" pitchFamily="34" charset="0"/>
              </a:rPr>
              <a:t>Read and describe 4 code blocks in section 3</a:t>
            </a:r>
          </a:p>
          <a:p>
            <a:pPr algn="just"/>
            <a:endParaRPr lang="en-US" sz="1200" dirty="0">
              <a:latin typeface="Arial" panose="020B0604020202020204" pitchFamily="34" charset="0"/>
              <a:cs typeface="Arial" panose="020B0604020202020204" pitchFamily="34" charset="0"/>
            </a:endParaRPr>
          </a:p>
          <a:p>
            <a:pPr algn="just"/>
            <a:r>
              <a:rPr lang="en-US" sz="1200" dirty="0">
                <a:latin typeface="Arial" panose="020B0604020202020204" pitchFamily="34" charset="0"/>
                <a:cs typeface="Arial" panose="020B0604020202020204" pitchFamily="34" charset="0"/>
              </a:rPr>
              <a:t>Block 2: </a:t>
            </a:r>
          </a:p>
          <a:p>
            <a:pPr algn="just"/>
            <a:endParaRPr lang="en-US" sz="1200" dirty="0">
              <a:latin typeface="Arial" panose="020B0604020202020204" pitchFamily="34" charset="0"/>
              <a:cs typeface="Arial" panose="020B0604020202020204" pitchFamily="34" charset="0"/>
            </a:endParaRPr>
          </a:p>
        </p:txBody>
      </p:sp>
      <p:sp>
        <p:nvSpPr>
          <p:cNvPr id="8" name="Rectángulo 7">
            <a:extLst>
              <a:ext uri="{FF2B5EF4-FFF2-40B4-BE49-F238E27FC236}">
                <a16:creationId xmlns:a16="http://schemas.microsoft.com/office/drawing/2014/main" id="{712D190A-8553-6BD4-D4DB-2CB46B3E3A69}"/>
              </a:ext>
            </a:extLst>
          </p:cNvPr>
          <p:cNvSpPr/>
          <p:nvPr/>
        </p:nvSpPr>
        <p:spPr>
          <a:xfrm>
            <a:off x="7327557" y="990285"/>
            <a:ext cx="4559642" cy="5181600"/>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CuadroTexto 8">
            <a:extLst>
              <a:ext uri="{FF2B5EF4-FFF2-40B4-BE49-F238E27FC236}">
                <a16:creationId xmlns:a16="http://schemas.microsoft.com/office/drawing/2014/main" id="{73E7C949-E1DA-F716-DCB6-12F6DC933E91}"/>
              </a:ext>
            </a:extLst>
          </p:cNvPr>
          <p:cNvSpPr txBox="1"/>
          <p:nvPr/>
        </p:nvSpPr>
        <p:spPr>
          <a:xfrm>
            <a:off x="7663860" y="3105834"/>
            <a:ext cx="2807885" cy="646331"/>
          </a:xfrm>
          <a:prstGeom prst="rect">
            <a:avLst/>
          </a:prstGeom>
          <a:noFill/>
        </p:spPr>
        <p:txBody>
          <a:bodyPr wrap="none" rtlCol="0">
            <a:spAutoFit/>
          </a:bodyPr>
          <a:lstStyle/>
          <a:p>
            <a:pPr algn="ctr"/>
            <a:r>
              <a:rPr lang="es-ES"/>
              <a:t>Complete </a:t>
            </a:r>
            <a:r>
              <a:rPr lang="es-ES" err="1"/>
              <a:t>layout</a:t>
            </a:r>
            <a:r>
              <a:rPr lang="es-ES"/>
              <a:t> </a:t>
            </a:r>
            <a:r>
              <a:rPr lang="es-ES" err="1"/>
              <a:t>screenshot</a:t>
            </a:r>
            <a:endParaRPr lang="es-ES"/>
          </a:p>
          <a:p>
            <a:pPr algn="ctr"/>
            <a:r>
              <a:rPr lang="es-ES"/>
              <a:t> </a:t>
            </a:r>
            <a:r>
              <a:rPr lang="es-ES" err="1"/>
              <a:t>screenshot</a:t>
            </a:r>
            <a:endParaRPr lang="en-US"/>
          </a:p>
        </p:txBody>
      </p:sp>
      <p:pic>
        <p:nvPicPr>
          <p:cNvPr id="4" name="Imagen 3">
            <a:extLst>
              <a:ext uri="{FF2B5EF4-FFF2-40B4-BE49-F238E27FC236}">
                <a16:creationId xmlns:a16="http://schemas.microsoft.com/office/drawing/2014/main" id="{98770CFC-2931-1B96-D789-6934DD780F45}"/>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620845" y="1736926"/>
            <a:ext cx="6311296" cy="2961523"/>
          </a:xfrm>
          <a:prstGeom prst="rect">
            <a:avLst/>
          </a:prstGeom>
        </p:spPr>
      </p:pic>
      <p:pic>
        <p:nvPicPr>
          <p:cNvPr id="5" name="Imagen 4">
            <a:extLst>
              <a:ext uri="{FF2B5EF4-FFF2-40B4-BE49-F238E27FC236}">
                <a16:creationId xmlns:a16="http://schemas.microsoft.com/office/drawing/2014/main" id="{893ACD47-6ADC-F1BE-12FE-3F15F72B832B}"/>
              </a:ext>
            </a:extLst>
          </p:cNvPr>
          <p:cNvPicPr>
            <a:picLocks noChangeAspect="1"/>
          </p:cNvPicPr>
          <p:nvPr/>
        </p:nvPicPr>
        <p:blipFill>
          <a:blip r:embed="rId5"/>
          <a:stretch>
            <a:fillRect/>
          </a:stretch>
        </p:blipFill>
        <p:spPr>
          <a:xfrm>
            <a:off x="7482580" y="1644692"/>
            <a:ext cx="4197630" cy="3168799"/>
          </a:xfrm>
          <a:prstGeom prst="rect">
            <a:avLst/>
          </a:prstGeom>
        </p:spPr>
      </p:pic>
    </p:spTree>
    <p:extLst>
      <p:ext uri="{BB962C8B-B14F-4D97-AF65-F5344CB8AC3E}">
        <p14:creationId xmlns:p14="http://schemas.microsoft.com/office/powerpoint/2010/main" val="1555336782"/>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F49ABC1-50C5-84D2-20E9-381D6D821CF3}"/>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8532B38B-707E-95BB-CABE-6310ED0AAA4B}"/>
              </a:ext>
            </a:extLst>
          </p:cNvPr>
          <p:cNvSpPr txBox="1">
            <a:spLocks noGrp="1"/>
          </p:cNvSpPr>
          <p:nvPr>
            <p:ph type="title"/>
          </p:nvPr>
        </p:nvSpPr>
        <p:spPr>
          <a:xfrm>
            <a:off x="685800" y="408883"/>
            <a:ext cx="10994410" cy="397545"/>
          </a:xfrm>
          <a:prstGeom prst="rect">
            <a:avLst/>
          </a:prstGeom>
        </p:spPr>
        <p:txBody>
          <a:bodyPr vert="horz" wrap="square" lIns="0" tIns="12700" rIns="0" bIns="0" rtlCol="0">
            <a:spAutoFit/>
          </a:bodyPr>
          <a:lstStyle/>
          <a:p>
            <a:pPr marL="12700" algn="l">
              <a:lnSpc>
                <a:spcPct val="100000"/>
              </a:lnSpc>
              <a:spcBef>
                <a:spcPts val="100"/>
              </a:spcBef>
            </a:pPr>
            <a:r>
              <a:rPr lang="en-US" sz="2500"/>
              <a:t>Learning outcome #3 – Notebook section 3. Complete layout</a:t>
            </a:r>
            <a:endParaRPr sz="2500" b="0" i="1">
              <a:latin typeface="+mj-lt"/>
              <a:cs typeface="Lucida Sans"/>
            </a:endParaRPr>
          </a:p>
        </p:txBody>
      </p:sp>
      <p:pic>
        <p:nvPicPr>
          <p:cNvPr id="83" name="Gráfico 82">
            <a:extLst>
              <a:ext uri="{FF2B5EF4-FFF2-40B4-BE49-F238E27FC236}">
                <a16:creationId xmlns:a16="http://schemas.microsoft.com/office/drawing/2014/main" id="{4BC68DCA-CA55-A18C-4178-FB8359DCB60B}"/>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83829606-B88C-E9D6-C066-1A62A6EC0E60}"/>
              </a:ext>
            </a:extLst>
          </p:cNvPr>
          <p:cNvSpPr>
            <a:spLocks noGrp="1"/>
          </p:cNvSpPr>
          <p:nvPr>
            <p:ph type="sldNum" sz="quarter" idx="7"/>
          </p:nvPr>
        </p:nvSpPr>
        <p:spPr/>
        <p:txBody>
          <a:bodyPr/>
          <a:lstStyle/>
          <a:p>
            <a:fld id="{B6F15528-21DE-4FAA-801E-634DDDAF4B2B}" type="slidenum">
              <a:rPr lang="es-ES" smtClean="0"/>
              <a:t>16</a:t>
            </a:fld>
            <a:endParaRPr lang="es-ES"/>
          </a:p>
        </p:txBody>
      </p:sp>
      <p:sp>
        <p:nvSpPr>
          <p:cNvPr id="3" name="Marcador de pie de página 2">
            <a:extLst>
              <a:ext uri="{FF2B5EF4-FFF2-40B4-BE49-F238E27FC236}">
                <a16:creationId xmlns:a16="http://schemas.microsoft.com/office/drawing/2014/main" id="{CB056C57-BD56-8953-3FA1-AD61D9AAF097}"/>
              </a:ext>
            </a:extLst>
          </p:cNvPr>
          <p:cNvSpPr>
            <a:spLocks noGrp="1"/>
          </p:cNvSpPr>
          <p:nvPr>
            <p:ph type="ftr" sz="quarter" idx="5"/>
          </p:nvPr>
        </p:nvSpPr>
        <p:spPr/>
        <p:txBody>
          <a:bodyPr/>
          <a:lstStyle/>
          <a:p>
            <a:pPr marL="12700">
              <a:spcBef>
                <a:spcPts val="15"/>
              </a:spcBef>
            </a:pPr>
            <a:r>
              <a:rPr lang="es-ES" spc="-5"/>
              <a:t>LAB 4.0. LAYOUT</a:t>
            </a:r>
          </a:p>
        </p:txBody>
      </p:sp>
      <p:sp>
        <p:nvSpPr>
          <p:cNvPr id="2" name="CuadroTexto 1">
            <a:extLst>
              <a:ext uri="{FF2B5EF4-FFF2-40B4-BE49-F238E27FC236}">
                <a16:creationId xmlns:a16="http://schemas.microsoft.com/office/drawing/2014/main" id="{93B5D32F-0B5D-3057-B702-F5AA797D8964}"/>
              </a:ext>
            </a:extLst>
          </p:cNvPr>
          <p:cNvSpPr txBox="1"/>
          <p:nvPr/>
        </p:nvSpPr>
        <p:spPr>
          <a:xfrm>
            <a:off x="457201" y="990600"/>
            <a:ext cx="5638799" cy="5181600"/>
          </a:xfrm>
          <a:prstGeom prst="rect">
            <a:avLst/>
          </a:prstGeom>
          <a:solidFill>
            <a:schemeClr val="bg1">
              <a:lumMod val="95000"/>
            </a:schemeClr>
          </a:solidFill>
          <a:ln w="28575">
            <a:solidFill>
              <a:srgbClr val="E0700D"/>
            </a:solidFill>
          </a:ln>
        </p:spPr>
        <p:txBody>
          <a:bodyPr wrap="square" rtlCol="0">
            <a:noAutofit/>
          </a:bodyPr>
          <a:lstStyle/>
          <a:p>
            <a:pPr algn="just"/>
            <a:r>
              <a:rPr lang="en-US" sz="1200" dirty="0">
                <a:latin typeface="Arial" panose="020B0604020202020204" pitchFamily="34" charset="0"/>
                <a:cs typeface="Arial" panose="020B0604020202020204" pitchFamily="34" charset="0"/>
              </a:rPr>
              <a:t>Read and describe 4 code blocks in section 3</a:t>
            </a: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r>
              <a:rPr lang="en-US" sz="1200" dirty="0">
                <a:latin typeface="Arial" panose="020B0604020202020204" pitchFamily="34" charset="0"/>
                <a:cs typeface="Arial" panose="020B0604020202020204" pitchFamily="34" charset="0"/>
              </a:rPr>
              <a:t>Block 3: </a:t>
            </a:r>
          </a:p>
        </p:txBody>
      </p:sp>
      <p:sp>
        <p:nvSpPr>
          <p:cNvPr id="8" name="Rectángulo 7">
            <a:extLst>
              <a:ext uri="{FF2B5EF4-FFF2-40B4-BE49-F238E27FC236}">
                <a16:creationId xmlns:a16="http://schemas.microsoft.com/office/drawing/2014/main" id="{213798FD-6B17-1A7A-B5C2-62D91A26E0AA}"/>
              </a:ext>
            </a:extLst>
          </p:cNvPr>
          <p:cNvSpPr/>
          <p:nvPr/>
        </p:nvSpPr>
        <p:spPr>
          <a:xfrm>
            <a:off x="6248400" y="990285"/>
            <a:ext cx="5638799" cy="5181600"/>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CuadroTexto 8">
            <a:extLst>
              <a:ext uri="{FF2B5EF4-FFF2-40B4-BE49-F238E27FC236}">
                <a16:creationId xmlns:a16="http://schemas.microsoft.com/office/drawing/2014/main" id="{A8E2DD6D-3E6F-FC3B-EB6D-E20E543F9AEF}"/>
              </a:ext>
            </a:extLst>
          </p:cNvPr>
          <p:cNvSpPr txBox="1"/>
          <p:nvPr/>
        </p:nvSpPr>
        <p:spPr>
          <a:xfrm>
            <a:off x="7663860" y="3105834"/>
            <a:ext cx="2807885" cy="646331"/>
          </a:xfrm>
          <a:prstGeom prst="rect">
            <a:avLst/>
          </a:prstGeom>
          <a:noFill/>
        </p:spPr>
        <p:txBody>
          <a:bodyPr wrap="none" rtlCol="0">
            <a:spAutoFit/>
          </a:bodyPr>
          <a:lstStyle/>
          <a:p>
            <a:pPr algn="ctr"/>
            <a:r>
              <a:rPr lang="es-ES"/>
              <a:t>Complete </a:t>
            </a:r>
            <a:r>
              <a:rPr lang="es-ES" err="1"/>
              <a:t>layout</a:t>
            </a:r>
            <a:r>
              <a:rPr lang="es-ES"/>
              <a:t> </a:t>
            </a:r>
            <a:r>
              <a:rPr lang="es-ES" err="1"/>
              <a:t>screenshot</a:t>
            </a:r>
            <a:endParaRPr lang="es-ES"/>
          </a:p>
          <a:p>
            <a:pPr algn="ctr"/>
            <a:r>
              <a:rPr lang="es-ES"/>
              <a:t> </a:t>
            </a:r>
            <a:r>
              <a:rPr lang="es-ES" err="1"/>
              <a:t>screenshot</a:t>
            </a:r>
            <a:endParaRPr lang="en-US"/>
          </a:p>
        </p:txBody>
      </p:sp>
      <p:pic>
        <p:nvPicPr>
          <p:cNvPr id="6" name="Imagen 5">
            <a:extLst>
              <a:ext uri="{FF2B5EF4-FFF2-40B4-BE49-F238E27FC236}">
                <a16:creationId xmlns:a16="http://schemas.microsoft.com/office/drawing/2014/main" id="{93605565-57C3-ABDC-7A75-97600C51682B}"/>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685800" y="1966419"/>
            <a:ext cx="5171303" cy="3322170"/>
          </a:xfrm>
          <a:prstGeom prst="rect">
            <a:avLst/>
          </a:prstGeom>
        </p:spPr>
      </p:pic>
      <p:pic>
        <p:nvPicPr>
          <p:cNvPr id="10" name="Imagen 9">
            <a:extLst>
              <a:ext uri="{FF2B5EF4-FFF2-40B4-BE49-F238E27FC236}">
                <a16:creationId xmlns:a16="http://schemas.microsoft.com/office/drawing/2014/main" id="{021BC976-0E78-CFCF-6948-CE1A3D50CF23}"/>
              </a:ext>
            </a:extLst>
          </p:cNvPr>
          <p:cNvPicPr>
            <a:picLocks noChangeAspect="1"/>
          </p:cNvPicPr>
          <p:nvPr/>
        </p:nvPicPr>
        <p:blipFill>
          <a:blip r:embed="rId5"/>
          <a:stretch>
            <a:fillRect/>
          </a:stretch>
        </p:blipFill>
        <p:spPr>
          <a:xfrm>
            <a:off x="6476999" y="1473199"/>
            <a:ext cx="5181600" cy="3911600"/>
          </a:xfrm>
          <a:prstGeom prst="rect">
            <a:avLst/>
          </a:prstGeom>
        </p:spPr>
      </p:pic>
    </p:spTree>
    <p:extLst>
      <p:ext uri="{BB962C8B-B14F-4D97-AF65-F5344CB8AC3E}">
        <p14:creationId xmlns:p14="http://schemas.microsoft.com/office/powerpoint/2010/main" val="895107564"/>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4D50CC7-9D38-C197-4653-081CD4481359}"/>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B4062D90-977C-0A30-54EC-2306D93B2CF2}"/>
              </a:ext>
            </a:extLst>
          </p:cNvPr>
          <p:cNvSpPr txBox="1">
            <a:spLocks noGrp="1"/>
          </p:cNvSpPr>
          <p:nvPr>
            <p:ph type="title"/>
          </p:nvPr>
        </p:nvSpPr>
        <p:spPr>
          <a:xfrm>
            <a:off x="685800" y="408883"/>
            <a:ext cx="10994410" cy="397545"/>
          </a:xfrm>
          <a:prstGeom prst="rect">
            <a:avLst/>
          </a:prstGeom>
        </p:spPr>
        <p:txBody>
          <a:bodyPr vert="horz" wrap="square" lIns="0" tIns="12700" rIns="0" bIns="0" rtlCol="0">
            <a:spAutoFit/>
          </a:bodyPr>
          <a:lstStyle/>
          <a:p>
            <a:pPr marL="12700" algn="l">
              <a:lnSpc>
                <a:spcPct val="100000"/>
              </a:lnSpc>
              <a:spcBef>
                <a:spcPts val="100"/>
              </a:spcBef>
            </a:pPr>
            <a:r>
              <a:rPr lang="en-US" sz="2500"/>
              <a:t>Learning outcome #3 – Notebook section 3. Complete layout</a:t>
            </a:r>
            <a:endParaRPr sz="2500" b="0" i="1">
              <a:latin typeface="+mj-lt"/>
              <a:cs typeface="Lucida Sans"/>
            </a:endParaRPr>
          </a:p>
        </p:txBody>
      </p:sp>
      <p:pic>
        <p:nvPicPr>
          <p:cNvPr id="83" name="Gráfico 82">
            <a:extLst>
              <a:ext uri="{FF2B5EF4-FFF2-40B4-BE49-F238E27FC236}">
                <a16:creationId xmlns:a16="http://schemas.microsoft.com/office/drawing/2014/main" id="{8E02A62D-CABF-70BD-301B-8C858210C2F5}"/>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2AD05382-EB0C-ED28-1DF0-51956B786FE9}"/>
              </a:ext>
            </a:extLst>
          </p:cNvPr>
          <p:cNvSpPr>
            <a:spLocks noGrp="1"/>
          </p:cNvSpPr>
          <p:nvPr>
            <p:ph type="sldNum" sz="quarter" idx="7"/>
          </p:nvPr>
        </p:nvSpPr>
        <p:spPr/>
        <p:txBody>
          <a:bodyPr/>
          <a:lstStyle/>
          <a:p>
            <a:fld id="{B6F15528-21DE-4FAA-801E-634DDDAF4B2B}" type="slidenum">
              <a:rPr lang="es-ES" smtClean="0"/>
              <a:t>17</a:t>
            </a:fld>
            <a:endParaRPr lang="es-ES"/>
          </a:p>
        </p:txBody>
      </p:sp>
      <p:sp>
        <p:nvSpPr>
          <p:cNvPr id="3" name="Marcador de pie de página 2">
            <a:extLst>
              <a:ext uri="{FF2B5EF4-FFF2-40B4-BE49-F238E27FC236}">
                <a16:creationId xmlns:a16="http://schemas.microsoft.com/office/drawing/2014/main" id="{93774515-E5B0-E0E9-A7AD-50266EBC1735}"/>
              </a:ext>
            </a:extLst>
          </p:cNvPr>
          <p:cNvSpPr>
            <a:spLocks noGrp="1"/>
          </p:cNvSpPr>
          <p:nvPr>
            <p:ph type="ftr" sz="quarter" idx="5"/>
          </p:nvPr>
        </p:nvSpPr>
        <p:spPr/>
        <p:txBody>
          <a:bodyPr/>
          <a:lstStyle/>
          <a:p>
            <a:pPr marL="12700">
              <a:spcBef>
                <a:spcPts val="15"/>
              </a:spcBef>
            </a:pPr>
            <a:r>
              <a:rPr lang="es-ES" spc="-5"/>
              <a:t>LAB 4.0. LAYOUT</a:t>
            </a:r>
          </a:p>
        </p:txBody>
      </p:sp>
      <p:sp>
        <p:nvSpPr>
          <p:cNvPr id="2" name="CuadroTexto 1">
            <a:extLst>
              <a:ext uri="{FF2B5EF4-FFF2-40B4-BE49-F238E27FC236}">
                <a16:creationId xmlns:a16="http://schemas.microsoft.com/office/drawing/2014/main" id="{2C4E87C3-F7FC-B23F-1C9B-5D272854A7E8}"/>
              </a:ext>
            </a:extLst>
          </p:cNvPr>
          <p:cNvSpPr txBox="1"/>
          <p:nvPr/>
        </p:nvSpPr>
        <p:spPr>
          <a:xfrm>
            <a:off x="685799" y="990600"/>
            <a:ext cx="5801497" cy="5181600"/>
          </a:xfrm>
          <a:prstGeom prst="rect">
            <a:avLst/>
          </a:prstGeom>
          <a:solidFill>
            <a:schemeClr val="bg1">
              <a:lumMod val="95000"/>
            </a:schemeClr>
          </a:solidFill>
          <a:ln w="28575">
            <a:solidFill>
              <a:srgbClr val="E0700D"/>
            </a:solidFill>
          </a:ln>
        </p:spPr>
        <p:txBody>
          <a:bodyPr wrap="square" rtlCol="0">
            <a:noAutofit/>
          </a:bodyPr>
          <a:lstStyle/>
          <a:p>
            <a:pPr algn="just"/>
            <a:r>
              <a:rPr lang="en-US" sz="1200" dirty="0">
                <a:latin typeface="Arial" panose="020B0604020202020204" pitchFamily="34" charset="0"/>
                <a:cs typeface="Arial" panose="020B0604020202020204" pitchFamily="34" charset="0"/>
              </a:rPr>
              <a:t>Read and describe 4 code blocks in section 3</a:t>
            </a: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r>
              <a:rPr lang="en-US" sz="1200" dirty="0">
                <a:latin typeface="Arial" panose="020B0604020202020204" pitchFamily="34" charset="0"/>
                <a:cs typeface="Arial" panose="020B0604020202020204" pitchFamily="34" charset="0"/>
              </a:rPr>
              <a:t>Block 4: </a:t>
            </a:r>
          </a:p>
          <a:p>
            <a:pPr algn="just"/>
            <a:endParaRPr lang="en-US" sz="1200" dirty="0">
              <a:latin typeface="Arial" panose="020B0604020202020204" pitchFamily="34" charset="0"/>
              <a:cs typeface="Arial" panose="020B0604020202020204" pitchFamily="34" charset="0"/>
            </a:endParaRPr>
          </a:p>
        </p:txBody>
      </p:sp>
      <p:sp>
        <p:nvSpPr>
          <p:cNvPr id="8" name="Rectángulo 7">
            <a:extLst>
              <a:ext uri="{FF2B5EF4-FFF2-40B4-BE49-F238E27FC236}">
                <a16:creationId xmlns:a16="http://schemas.microsoft.com/office/drawing/2014/main" id="{CE455CB0-86A4-F028-B479-1B078BA073DF}"/>
              </a:ext>
            </a:extLst>
          </p:cNvPr>
          <p:cNvSpPr/>
          <p:nvPr/>
        </p:nvSpPr>
        <p:spPr>
          <a:xfrm>
            <a:off x="6685006" y="990285"/>
            <a:ext cx="5202194" cy="5181600"/>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CuadroTexto 8">
            <a:extLst>
              <a:ext uri="{FF2B5EF4-FFF2-40B4-BE49-F238E27FC236}">
                <a16:creationId xmlns:a16="http://schemas.microsoft.com/office/drawing/2014/main" id="{612C5A71-C28A-3AA7-581A-582B164B3E42}"/>
              </a:ext>
            </a:extLst>
          </p:cNvPr>
          <p:cNvSpPr txBox="1"/>
          <p:nvPr/>
        </p:nvSpPr>
        <p:spPr>
          <a:xfrm>
            <a:off x="7663860" y="3105834"/>
            <a:ext cx="2807885" cy="646331"/>
          </a:xfrm>
          <a:prstGeom prst="rect">
            <a:avLst/>
          </a:prstGeom>
          <a:noFill/>
        </p:spPr>
        <p:txBody>
          <a:bodyPr wrap="none" rtlCol="0">
            <a:spAutoFit/>
          </a:bodyPr>
          <a:lstStyle/>
          <a:p>
            <a:pPr algn="ctr"/>
            <a:r>
              <a:rPr lang="es-ES"/>
              <a:t>Complete </a:t>
            </a:r>
            <a:r>
              <a:rPr lang="es-ES" err="1"/>
              <a:t>layout</a:t>
            </a:r>
            <a:r>
              <a:rPr lang="es-ES"/>
              <a:t> </a:t>
            </a:r>
            <a:r>
              <a:rPr lang="es-ES" err="1"/>
              <a:t>screenshot</a:t>
            </a:r>
            <a:endParaRPr lang="es-ES"/>
          </a:p>
          <a:p>
            <a:pPr algn="ctr"/>
            <a:r>
              <a:rPr lang="es-ES"/>
              <a:t> </a:t>
            </a:r>
            <a:r>
              <a:rPr lang="es-ES" err="1"/>
              <a:t>screenshot</a:t>
            </a:r>
            <a:endParaRPr lang="en-US"/>
          </a:p>
        </p:txBody>
      </p:sp>
      <p:pic>
        <p:nvPicPr>
          <p:cNvPr id="5" name="Imagen 4">
            <a:extLst>
              <a:ext uri="{FF2B5EF4-FFF2-40B4-BE49-F238E27FC236}">
                <a16:creationId xmlns:a16="http://schemas.microsoft.com/office/drawing/2014/main" id="{076740E6-6650-8B41-A298-C182E508B649}"/>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776360" y="2014805"/>
            <a:ext cx="5395840" cy="3474720"/>
          </a:xfrm>
          <a:prstGeom prst="rect">
            <a:avLst/>
          </a:prstGeom>
        </p:spPr>
      </p:pic>
      <p:pic>
        <p:nvPicPr>
          <p:cNvPr id="4" name="Imagen 3">
            <a:extLst>
              <a:ext uri="{FF2B5EF4-FFF2-40B4-BE49-F238E27FC236}">
                <a16:creationId xmlns:a16="http://schemas.microsoft.com/office/drawing/2014/main" id="{60586679-AD3B-3BEB-845F-1BBD07BD1C92}"/>
              </a:ext>
            </a:extLst>
          </p:cNvPr>
          <p:cNvPicPr>
            <a:picLocks noChangeAspect="1"/>
          </p:cNvPicPr>
          <p:nvPr/>
        </p:nvPicPr>
        <p:blipFill>
          <a:blip r:embed="rId5"/>
          <a:stretch>
            <a:fillRect/>
          </a:stretch>
        </p:blipFill>
        <p:spPr>
          <a:xfrm>
            <a:off x="6874524" y="1740106"/>
            <a:ext cx="4874232" cy="3679567"/>
          </a:xfrm>
          <a:prstGeom prst="rect">
            <a:avLst/>
          </a:prstGeom>
        </p:spPr>
      </p:pic>
    </p:spTree>
    <p:extLst>
      <p:ext uri="{BB962C8B-B14F-4D97-AF65-F5344CB8AC3E}">
        <p14:creationId xmlns:p14="http://schemas.microsoft.com/office/powerpoint/2010/main" val="3496386964"/>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8A80C3D-F3AC-349C-98B3-B4332136F8F4}"/>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2DD4786C-A678-1043-E7EA-DD99FA816DE2}"/>
              </a:ext>
            </a:extLst>
          </p:cNvPr>
          <p:cNvSpPr txBox="1">
            <a:spLocks noGrp="1"/>
          </p:cNvSpPr>
          <p:nvPr>
            <p:ph type="title"/>
          </p:nvPr>
        </p:nvSpPr>
        <p:spPr>
          <a:xfrm>
            <a:off x="685799" y="408883"/>
            <a:ext cx="11201399" cy="782265"/>
          </a:xfrm>
          <a:prstGeom prst="rect">
            <a:avLst/>
          </a:prstGeom>
        </p:spPr>
        <p:txBody>
          <a:bodyPr vert="horz" wrap="square" lIns="0" tIns="12700" rIns="0" bIns="0" rtlCol="0">
            <a:spAutoFit/>
          </a:bodyPr>
          <a:lstStyle/>
          <a:p>
            <a:pPr marL="12700" algn="l">
              <a:spcBef>
                <a:spcPts val="100"/>
              </a:spcBef>
            </a:pPr>
            <a:r>
              <a:rPr lang="en-US" sz="2500" dirty="0"/>
              <a:t>Learning outcome #4 – Notebook section 4. Exercises – Part a)</a:t>
            </a:r>
            <a:br>
              <a:rPr lang="en-US" sz="2500" dirty="0"/>
            </a:br>
            <a:endParaRPr sz="2500" b="0" i="1" dirty="0">
              <a:latin typeface="+mj-lt"/>
              <a:cs typeface="Lucida Sans"/>
            </a:endParaRPr>
          </a:p>
        </p:txBody>
      </p:sp>
      <p:pic>
        <p:nvPicPr>
          <p:cNvPr id="83" name="Gráfico 82">
            <a:extLst>
              <a:ext uri="{FF2B5EF4-FFF2-40B4-BE49-F238E27FC236}">
                <a16:creationId xmlns:a16="http://schemas.microsoft.com/office/drawing/2014/main" id="{7FD148DF-F8E3-DA8B-143B-942A32497C41}"/>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D3AB9BF0-398C-48C2-F9B7-2E0B82C70BEF}"/>
              </a:ext>
            </a:extLst>
          </p:cNvPr>
          <p:cNvSpPr>
            <a:spLocks noGrp="1"/>
          </p:cNvSpPr>
          <p:nvPr>
            <p:ph type="sldNum" sz="quarter" idx="7"/>
          </p:nvPr>
        </p:nvSpPr>
        <p:spPr/>
        <p:txBody>
          <a:bodyPr/>
          <a:lstStyle/>
          <a:p>
            <a:fld id="{B6F15528-21DE-4FAA-801E-634DDDAF4B2B}" type="slidenum">
              <a:rPr lang="es-ES" smtClean="0"/>
              <a:t>18</a:t>
            </a:fld>
            <a:endParaRPr lang="es-ES"/>
          </a:p>
        </p:txBody>
      </p:sp>
      <p:sp>
        <p:nvSpPr>
          <p:cNvPr id="3" name="Marcador de pie de página 2">
            <a:extLst>
              <a:ext uri="{FF2B5EF4-FFF2-40B4-BE49-F238E27FC236}">
                <a16:creationId xmlns:a16="http://schemas.microsoft.com/office/drawing/2014/main" id="{94CA8D00-A3DD-C6D4-BB52-9226AFF4EABB}"/>
              </a:ext>
            </a:extLst>
          </p:cNvPr>
          <p:cNvSpPr>
            <a:spLocks noGrp="1"/>
          </p:cNvSpPr>
          <p:nvPr>
            <p:ph type="ftr" sz="quarter" idx="5"/>
          </p:nvPr>
        </p:nvSpPr>
        <p:spPr/>
        <p:txBody>
          <a:bodyPr/>
          <a:lstStyle/>
          <a:p>
            <a:pPr marL="12700">
              <a:spcBef>
                <a:spcPts val="15"/>
              </a:spcBef>
            </a:pPr>
            <a:r>
              <a:rPr lang="es-ES" spc="-5"/>
              <a:t>LAB 4.0. LAYOUT</a:t>
            </a:r>
          </a:p>
        </p:txBody>
      </p:sp>
      <p:sp>
        <p:nvSpPr>
          <p:cNvPr id="2" name="CuadroTexto 1">
            <a:extLst>
              <a:ext uri="{FF2B5EF4-FFF2-40B4-BE49-F238E27FC236}">
                <a16:creationId xmlns:a16="http://schemas.microsoft.com/office/drawing/2014/main" id="{0731381B-C0B4-D430-BD63-748990A301A4}"/>
              </a:ext>
            </a:extLst>
          </p:cNvPr>
          <p:cNvSpPr txBox="1"/>
          <p:nvPr/>
        </p:nvSpPr>
        <p:spPr>
          <a:xfrm>
            <a:off x="685800" y="990600"/>
            <a:ext cx="5410200" cy="5181600"/>
          </a:xfrm>
          <a:prstGeom prst="rect">
            <a:avLst/>
          </a:prstGeom>
          <a:solidFill>
            <a:schemeClr val="bg1">
              <a:lumMod val="95000"/>
            </a:schemeClr>
          </a:solidFill>
          <a:ln w="28575">
            <a:solidFill>
              <a:srgbClr val="E0700D"/>
            </a:solidFill>
          </a:ln>
        </p:spPr>
        <p:txBody>
          <a:bodyPr wrap="square" rtlCol="0">
            <a:noAutofit/>
          </a:bodyPr>
          <a:lstStyle/>
          <a:p>
            <a:pPr algn="just"/>
            <a:r>
              <a:rPr lang="en-US" sz="1200" b="1" dirty="0">
                <a:latin typeface="Arial" panose="020B0604020202020204" pitchFamily="34" charset="0"/>
                <a:cs typeface="Arial" panose="020B0604020202020204" pitchFamily="34" charset="0"/>
              </a:rPr>
              <a:t>Código python para</a:t>
            </a:r>
          </a:p>
          <a:p>
            <a:pPr algn="just"/>
            <a:r>
              <a:rPr lang="en-US" sz="1200" dirty="0">
                <a:latin typeface="Arial" panose="020B0604020202020204" pitchFamily="34" charset="0"/>
                <a:cs typeface="Arial" panose="020B0604020202020204" pitchFamily="34" charset="0"/>
              </a:rPr>
              <a:t>- Create a cell component for a unbalanced MZI, using 2x2 50:50 MMIs with arm length difference as parameter</a:t>
            </a:r>
          </a:p>
        </p:txBody>
      </p:sp>
      <p:sp>
        <p:nvSpPr>
          <p:cNvPr id="8" name="Rectángulo 7">
            <a:extLst>
              <a:ext uri="{FF2B5EF4-FFF2-40B4-BE49-F238E27FC236}">
                <a16:creationId xmlns:a16="http://schemas.microsoft.com/office/drawing/2014/main" id="{291C7E4A-4E4E-EF83-8ABF-8FEDAC347CC5}"/>
              </a:ext>
            </a:extLst>
          </p:cNvPr>
          <p:cNvSpPr/>
          <p:nvPr/>
        </p:nvSpPr>
        <p:spPr>
          <a:xfrm>
            <a:off x="6248400" y="990285"/>
            <a:ext cx="5638799" cy="5181600"/>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CuadroTexto 8">
            <a:extLst>
              <a:ext uri="{FF2B5EF4-FFF2-40B4-BE49-F238E27FC236}">
                <a16:creationId xmlns:a16="http://schemas.microsoft.com/office/drawing/2014/main" id="{425786EF-4863-9D2C-81F5-113AD463ECAF}"/>
              </a:ext>
            </a:extLst>
          </p:cNvPr>
          <p:cNvSpPr txBox="1"/>
          <p:nvPr/>
        </p:nvSpPr>
        <p:spPr>
          <a:xfrm>
            <a:off x="8180318" y="3105834"/>
            <a:ext cx="1774973" cy="369332"/>
          </a:xfrm>
          <a:prstGeom prst="rect">
            <a:avLst/>
          </a:prstGeom>
          <a:noFill/>
        </p:spPr>
        <p:txBody>
          <a:bodyPr wrap="none" rtlCol="0">
            <a:spAutoFit/>
          </a:bodyPr>
          <a:lstStyle/>
          <a:p>
            <a:pPr algn="ctr"/>
            <a:r>
              <a:rPr lang="es-ES" err="1"/>
              <a:t>Screenshot</a:t>
            </a:r>
            <a:r>
              <a:rPr lang="es-ES"/>
              <a:t> </a:t>
            </a:r>
            <a:r>
              <a:rPr lang="es-ES" err="1"/>
              <a:t>for</a:t>
            </a:r>
            <a:r>
              <a:rPr lang="es-ES"/>
              <a:t> …</a:t>
            </a:r>
            <a:endParaRPr lang="en-US"/>
          </a:p>
        </p:txBody>
      </p:sp>
      <p:pic>
        <p:nvPicPr>
          <p:cNvPr id="6" name="Imagen 5">
            <a:extLst>
              <a:ext uri="{FF2B5EF4-FFF2-40B4-BE49-F238E27FC236}">
                <a16:creationId xmlns:a16="http://schemas.microsoft.com/office/drawing/2014/main" id="{1CCACCE9-B50C-DECD-C7D0-7F638CC9533D}"/>
              </a:ext>
            </a:extLst>
          </p:cNvPr>
          <p:cNvPicPr>
            <a:picLocks noChangeAspect="1"/>
          </p:cNvPicPr>
          <p:nvPr/>
        </p:nvPicPr>
        <p:blipFill>
          <a:blip r:embed="rId4">
            <a:extLst>
              <a:ext uri="{28A0092B-C50C-407E-A947-70E740481C1C}">
                <a14:useLocalDpi xmlns:a14="http://schemas.microsoft.com/office/drawing/2010/main" val="0"/>
              </a:ext>
            </a:extLst>
          </a:blip>
          <a:srcRect/>
          <a:stretch/>
        </p:blipFill>
        <p:spPr>
          <a:xfrm>
            <a:off x="6477001" y="1375005"/>
            <a:ext cx="5181600" cy="3911600"/>
          </a:xfrm>
          <a:prstGeom prst="rect">
            <a:avLst/>
          </a:prstGeom>
        </p:spPr>
      </p:pic>
      <p:pic>
        <p:nvPicPr>
          <p:cNvPr id="7" name="Picture 6">
            <a:extLst>
              <a:ext uri="{FF2B5EF4-FFF2-40B4-BE49-F238E27FC236}">
                <a16:creationId xmlns:a16="http://schemas.microsoft.com/office/drawing/2014/main" id="{92C2F16B-C22A-DC4B-3986-5B5DBEEB0060}"/>
              </a:ext>
            </a:extLst>
          </p:cNvPr>
          <p:cNvPicPr>
            <a:picLocks noChangeAspect="1"/>
          </p:cNvPicPr>
          <p:nvPr/>
        </p:nvPicPr>
        <p:blipFill>
          <a:blip r:embed="rId5"/>
          <a:stretch>
            <a:fillRect/>
          </a:stretch>
        </p:blipFill>
        <p:spPr>
          <a:xfrm>
            <a:off x="1143000" y="1973580"/>
            <a:ext cx="4317153" cy="3532216"/>
          </a:xfrm>
          <a:prstGeom prst="rect">
            <a:avLst/>
          </a:prstGeom>
        </p:spPr>
      </p:pic>
    </p:spTree>
    <p:extLst>
      <p:ext uri="{BB962C8B-B14F-4D97-AF65-F5344CB8AC3E}">
        <p14:creationId xmlns:p14="http://schemas.microsoft.com/office/powerpoint/2010/main" val="2405041716"/>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105E4C8-9334-5513-FF1F-33D853313C65}"/>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EE1AF5DE-7DDA-6BD6-356B-BC8C6D64E845}"/>
              </a:ext>
            </a:extLst>
          </p:cNvPr>
          <p:cNvSpPr txBox="1">
            <a:spLocks noGrp="1"/>
          </p:cNvSpPr>
          <p:nvPr>
            <p:ph type="title"/>
          </p:nvPr>
        </p:nvSpPr>
        <p:spPr>
          <a:xfrm>
            <a:off x="685799" y="408883"/>
            <a:ext cx="11201399" cy="782265"/>
          </a:xfrm>
          <a:prstGeom prst="rect">
            <a:avLst/>
          </a:prstGeom>
        </p:spPr>
        <p:txBody>
          <a:bodyPr vert="horz" wrap="square" lIns="0" tIns="12700" rIns="0" bIns="0" rtlCol="0">
            <a:spAutoFit/>
          </a:bodyPr>
          <a:lstStyle/>
          <a:p>
            <a:pPr marL="12700" algn="l">
              <a:spcBef>
                <a:spcPts val="100"/>
              </a:spcBef>
            </a:pPr>
            <a:r>
              <a:rPr lang="en-US" sz="2500" dirty="0"/>
              <a:t>Learning outcome #4 – Notebook section 4. Exercises – Part a)</a:t>
            </a:r>
            <a:br>
              <a:rPr lang="en-US" sz="2500" dirty="0"/>
            </a:br>
            <a:endParaRPr sz="2500" b="0" i="1" dirty="0">
              <a:latin typeface="+mj-lt"/>
              <a:cs typeface="Lucida Sans"/>
            </a:endParaRPr>
          </a:p>
        </p:txBody>
      </p:sp>
      <p:pic>
        <p:nvPicPr>
          <p:cNvPr id="83" name="Gráfico 82">
            <a:extLst>
              <a:ext uri="{FF2B5EF4-FFF2-40B4-BE49-F238E27FC236}">
                <a16:creationId xmlns:a16="http://schemas.microsoft.com/office/drawing/2014/main" id="{5D49E74B-1AD5-7FC5-2E12-D96B4495DBAB}"/>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BFF85DB7-C4BC-5D3A-851B-B69459544C94}"/>
              </a:ext>
            </a:extLst>
          </p:cNvPr>
          <p:cNvSpPr>
            <a:spLocks noGrp="1"/>
          </p:cNvSpPr>
          <p:nvPr>
            <p:ph type="sldNum" sz="quarter" idx="7"/>
          </p:nvPr>
        </p:nvSpPr>
        <p:spPr/>
        <p:txBody>
          <a:bodyPr/>
          <a:lstStyle/>
          <a:p>
            <a:fld id="{B6F15528-21DE-4FAA-801E-634DDDAF4B2B}" type="slidenum">
              <a:rPr lang="es-ES" smtClean="0"/>
              <a:t>19</a:t>
            </a:fld>
            <a:endParaRPr lang="es-ES"/>
          </a:p>
        </p:txBody>
      </p:sp>
      <p:sp>
        <p:nvSpPr>
          <p:cNvPr id="3" name="Marcador de pie de página 2">
            <a:extLst>
              <a:ext uri="{FF2B5EF4-FFF2-40B4-BE49-F238E27FC236}">
                <a16:creationId xmlns:a16="http://schemas.microsoft.com/office/drawing/2014/main" id="{7B8D62CE-B626-2C40-8F1B-BEF772400C87}"/>
              </a:ext>
            </a:extLst>
          </p:cNvPr>
          <p:cNvSpPr>
            <a:spLocks noGrp="1"/>
          </p:cNvSpPr>
          <p:nvPr>
            <p:ph type="ftr" sz="quarter" idx="5"/>
          </p:nvPr>
        </p:nvSpPr>
        <p:spPr/>
        <p:txBody>
          <a:bodyPr/>
          <a:lstStyle/>
          <a:p>
            <a:pPr marL="12700">
              <a:spcBef>
                <a:spcPts val="15"/>
              </a:spcBef>
            </a:pPr>
            <a:r>
              <a:rPr lang="es-ES" spc="-5"/>
              <a:t>LAB 4.0. LAYOUT</a:t>
            </a:r>
          </a:p>
        </p:txBody>
      </p:sp>
      <p:sp>
        <p:nvSpPr>
          <p:cNvPr id="2" name="CuadroTexto 1">
            <a:extLst>
              <a:ext uri="{FF2B5EF4-FFF2-40B4-BE49-F238E27FC236}">
                <a16:creationId xmlns:a16="http://schemas.microsoft.com/office/drawing/2014/main" id="{3930ACA5-E550-020E-CD01-1246D0F766EE}"/>
              </a:ext>
            </a:extLst>
          </p:cNvPr>
          <p:cNvSpPr txBox="1"/>
          <p:nvPr/>
        </p:nvSpPr>
        <p:spPr>
          <a:xfrm>
            <a:off x="685800" y="990600"/>
            <a:ext cx="5410200" cy="5181600"/>
          </a:xfrm>
          <a:prstGeom prst="rect">
            <a:avLst/>
          </a:prstGeom>
          <a:solidFill>
            <a:schemeClr val="bg1">
              <a:lumMod val="95000"/>
            </a:schemeClr>
          </a:solidFill>
          <a:ln w="28575">
            <a:solidFill>
              <a:srgbClr val="E0700D"/>
            </a:solidFill>
          </a:ln>
        </p:spPr>
        <p:txBody>
          <a:bodyPr wrap="square" rtlCol="0">
            <a:noAutofit/>
          </a:bodyPr>
          <a:lstStyle/>
          <a:p>
            <a:pPr algn="just"/>
            <a:r>
              <a:rPr lang="en-US" sz="1200" b="1" dirty="0">
                <a:latin typeface="Arial" panose="020B0604020202020204" pitchFamily="34" charset="0"/>
                <a:cs typeface="Arial" panose="020B0604020202020204" pitchFamily="34" charset="0"/>
              </a:rPr>
              <a:t>Código python para</a:t>
            </a:r>
          </a:p>
          <a:p>
            <a:pPr algn="just"/>
            <a:r>
              <a:rPr lang="en-US" sz="1200" dirty="0">
                <a:latin typeface="Arial" panose="020B0604020202020204" pitchFamily="34" charset="0"/>
                <a:cs typeface="Arial" panose="020B0604020202020204" pitchFamily="34" charset="0"/>
              </a:rPr>
              <a:t>- Create a cell component based on the previous, where the arms have thermal tuners on top of each one</a:t>
            </a:r>
          </a:p>
        </p:txBody>
      </p:sp>
      <p:sp>
        <p:nvSpPr>
          <p:cNvPr id="8" name="Rectángulo 7">
            <a:extLst>
              <a:ext uri="{FF2B5EF4-FFF2-40B4-BE49-F238E27FC236}">
                <a16:creationId xmlns:a16="http://schemas.microsoft.com/office/drawing/2014/main" id="{A9FD1AFB-531D-5964-3C9C-F7BC2471B801}"/>
              </a:ext>
            </a:extLst>
          </p:cNvPr>
          <p:cNvSpPr/>
          <p:nvPr/>
        </p:nvSpPr>
        <p:spPr>
          <a:xfrm>
            <a:off x="6248400" y="990285"/>
            <a:ext cx="5638799" cy="5181600"/>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CuadroTexto 8">
            <a:extLst>
              <a:ext uri="{FF2B5EF4-FFF2-40B4-BE49-F238E27FC236}">
                <a16:creationId xmlns:a16="http://schemas.microsoft.com/office/drawing/2014/main" id="{8A00A5C1-FDE5-681F-50A7-3ACBBDDCC513}"/>
              </a:ext>
            </a:extLst>
          </p:cNvPr>
          <p:cNvSpPr txBox="1"/>
          <p:nvPr/>
        </p:nvSpPr>
        <p:spPr>
          <a:xfrm>
            <a:off x="8180318" y="3105834"/>
            <a:ext cx="1774973" cy="369332"/>
          </a:xfrm>
          <a:prstGeom prst="rect">
            <a:avLst/>
          </a:prstGeom>
          <a:noFill/>
        </p:spPr>
        <p:txBody>
          <a:bodyPr wrap="none" rtlCol="0">
            <a:spAutoFit/>
          </a:bodyPr>
          <a:lstStyle/>
          <a:p>
            <a:pPr algn="ctr"/>
            <a:r>
              <a:rPr lang="es-ES" err="1"/>
              <a:t>Screenshot</a:t>
            </a:r>
            <a:r>
              <a:rPr lang="es-ES"/>
              <a:t> </a:t>
            </a:r>
            <a:r>
              <a:rPr lang="es-ES" err="1"/>
              <a:t>for</a:t>
            </a:r>
            <a:r>
              <a:rPr lang="es-ES"/>
              <a:t> …</a:t>
            </a:r>
            <a:endParaRPr lang="en-US"/>
          </a:p>
        </p:txBody>
      </p:sp>
      <p:pic>
        <p:nvPicPr>
          <p:cNvPr id="7" name="Imagen 6">
            <a:extLst>
              <a:ext uri="{FF2B5EF4-FFF2-40B4-BE49-F238E27FC236}">
                <a16:creationId xmlns:a16="http://schemas.microsoft.com/office/drawing/2014/main" id="{A4B029A9-1C44-804E-777F-FDE379102E1A}"/>
              </a:ext>
            </a:extLst>
          </p:cNvPr>
          <p:cNvPicPr>
            <a:picLocks noChangeAspect="1"/>
          </p:cNvPicPr>
          <p:nvPr/>
        </p:nvPicPr>
        <p:blipFill>
          <a:blip r:embed="rId4">
            <a:extLst>
              <a:ext uri="{28A0092B-C50C-407E-A947-70E740481C1C}">
                <a14:useLocalDpi xmlns:a14="http://schemas.microsoft.com/office/drawing/2010/main" val="0"/>
              </a:ext>
            </a:extLst>
          </a:blip>
          <a:srcRect/>
          <a:stretch/>
        </p:blipFill>
        <p:spPr>
          <a:xfrm>
            <a:off x="1205210" y="1782511"/>
            <a:ext cx="4295180" cy="3820665"/>
          </a:xfrm>
          <a:prstGeom prst="rect">
            <a:avLst/>
          </a:prstGeom>
        </p:spPr>
      </p:pic>
      <p:pic>
        <p:nvPicPr>
          <p:cNvPr id="10" name="Imagen 9">
            <a:extLst>
              <a:ext uri="{FF2B5EF4-FFF2-40B4-BE49-F238E27FC236}">
                <a16:creationId xmlns:a16="http://schemas.microsoft.com/office/drawing/2014/main" id="{CEBDC56F-1F7D-DA60-AF28-0BF5613CB7AD}"/>
              </a:ext>
            </a:extLst>
          </p:cNvPr>
          <p:cNvPicPr>
            <a:picLocks noChangeAspect="1"/>
          </p:cNvPicPr>
          <p:nvPr/>
        </p:nvPicPr>
        <p:blipFill>
          <a:blip r:embed="rId5"/>
          <a:stretch>
            <a:fillRect/>
          </a:stretch>
        </p:blipFill>
        <p:spPr>
          <a:xfrm>
            <a:off x="6542216" y="1473200"/>
            <a:ext cx="5181600" cy="3911600"/>
          </a:xfrm>
          <a:prstGeom prst="rect">
            <a:avLst/>
          </a:prstGeom>
        </p:spPr>
      </p:pic>
    </p:spTree>
    <p:extLst>
      <p:ext uri="{BB962C8B-B14F-4D97-AF65-F5344CB8AC3E}">
        <p14:creationId xmlns:p14="http://schemas.microsoft.com/office/powerpoint/2010/main" val="976006781"/>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4E57862-B72D-38A4-B136-5A523D47D061}"/>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A982B524-A363-4A94-6B1C-E813954DE15A}"/>
              </a:ext>
            </a:extLst>
          </p:cNvPr>
          <p:cNvSpPr txBox="1">
            <a:spLocks noGrp="1"/>
          </p:cNvSpPr>
          <p:nvPr>
            <p:ph type="title"/>
          </p:nvPr>
        </p:nvSpPr>
        <p:spPr>
          <a:xfrm>
            <a:off x="685799" y="408883"/>
            <a:ext cx="11201399" cy="782265"/>
          </a:xfrm>
          <a:prstGeom prst="rect">
            <a:avLst/>
          </a:prstGeom>
        </p:spPr>
        <p:txBody>
          <a:bodyPr vert="horz" wrap="square" lIns="0" tIns="12700" rIns="0" bIns="0" rtlCol="0">
            <a:spAutoFit/>
          </a:bodyPr>
          <a:lstStyle/>
          <a:p>
            <a:pPr marL="12700" algn="l">
              <a:spcBef>
                <a:spcPts val="100"/>
              </a:spcBef>
            </a:pPr>
            <a:r>
              <a:rPr lang="en-US" sz="2500" dirty="0"/>
              <a:t>Learning outcome #4 – Notebook section 4. Exercises – Part a)</a:t>
            </a:r>
            <a:br>
              <a:rPr lang="en-US" sz="2500" dirty="0"/>
            </a:br>
            <a:endParaRPr sz="2500" b="0" i="1" dirty="0">
              <a:latin typeface="+mj-lt"/>
              <a:cs typeface="Lucida Sans"/>
            </a:endParaRPr>
          </a:p>
        </p:txBody>
      </p:sp>
      <p:pic>
        <p:nvPicPr>
          <p:cNvPr id="83" name="Gráfico 82">
            <a:extLst>
              <a:ext uri="{FF2B5EF4-FFF2-40B4-BE49-F238E27FC236}">
                <a16:creationId xmlns:a16="http://schemas.microsoft.com/office/drawing/2014/main" id="{F779D1A5-F164-9720-79FB-54D739303AC8}"/>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AF27B57D-DDA3-326C-632A-F8FE3AB6433B}"/>
              </a:ext>
            </a:extLst>
          </p:cNvPr>
          <p:cNvSpPr>
            <a:spLocks noGrp="1"/>
          </p:cNvSpPr>
          <p:nvPr>
            <p:ph type="sldNum" sz="quarter" idx="7"/>
          </p:nvPr>
        </p:nvSpPr>
        <p:spPr/>
        <p:txBody>
          <a:bodyPr/>
          <a:lstStyle/>
          <a:p>
            <a:fld id="{B6F15528-21DE-4FAA-801E-634DDDAF4B2B}" type="slidenum">
              <a:rPr lang="es-ES" smtClean="0"/>
              <a:t>20</a:t>
            </a:fld>
            <a:endParaRPr lang="es-ES"/>
          </a:p>
        </p:txBody>
      </p:sp>
      <p:sp>
        <p:nvSpPr>
          <p:cNvPr id="3" name="Marcador de pie de página 2">
            <a:extLst>
              <a:ext uri="{FF2B5EF4-FFF2-40B4-BE49-F238E27FC236}">
                <a16:creationId xmlns:a16="http://schemas.microsoft.com/office/drawing/2014/main" id="{EFB6E0F6-D0D5-2D3B-5DCB-81BB6DEC91D7}"/>
              </a:ext>
            </a:extLst>
          </p:cNvPr>
          <p:cNvSpPr>
            <a:spLocks noGrp="1"/>
          </p:cNvSpPr>
          <p:nvPr>
            <p:ph type="ftr" sz="quarter" idx="5"/>
          </p:nvPr>
        </p:nvSpPr>
        <p:spPr/>
        <p:txBody>
          <a:bodyPr/>
          <a:lstStyle/>
          <a:p>
            <a:pPr marL="12700">
              <a:spcBef>
                <a:spcPts val="15"/>
              </a:spcBef>
            </a:pPr>
            <a:r>
              <a:rPr lang="es-ES" spc="-5"/>
              <a:t>LAB 4.0. LAYOUT</a:t>
            </a:r>
          </a:p>
        </p:txBody>
      </p:sp>
      <p:sp>
        <p:nvSpPr>
          <p:cNvPr id="2" name="CuadroTexto 1">
            <a:extLst>
              <a:ext uri="{FF2B5EF4-FFF2-40B4-BE49-F238E27FC236}">
                <a16:creationId xmlns:a16="http://schemas.microsoft.com/office/drawing/2014/main" id="{2185DF12-74AA-7ECC-0023-A9CE377404BE}"/>
              </a:ext>
            </a:extLst>
          </p:cNvPr>
          <p:cNvSpPr txBox="1"/>
          <p:nvPr/>
        </p:nvSpPr>
        <p:spPr>
          <a:xfrm>
            <a:off x="685800" y="990600"/>
            <a:ext cx="5410200" cy="5387340"/>
          </a:xfrm>
          <a:prstGeom prst="rect">
            <a:avLst/>
          </a:prstGeom>
          <a:solidFill>
            <a:schemeClr val="bg1">
              <a:lumMod val="95000"/>
            </a:schemeClr>
          </a:solidFill>
          <a:ln w="28575">
            <a:solidFill>
              <a:srgbClr val="E0700D"/>
            </a:solidFill>
          </a:ln>
        </p:spPr>
        <p:txBody>
          <a:bodyPr wrap="square" rtlCol="0">
            <a:noAutofit/>
          </a:bodyPr>
          <a:lstStyle/>
          <a:p>
            <a:pPr algn="just"/>
            <a:r>
              <a:rPr lang="en-US" sz="1200" b="1" dirty="0">
                <a:latin typeface="Arial" panose="020B0604020202020204" pitchFamily="34" charset="0"/>
                <a:cs typeface="Arial" panose="020B0604020202020204" pitchFamily="34" charset="0"/>
              </a:rPr>
              <a:t>Código python para</a:t>
            </a:r>
          </a:p>
          <a:p>
            <a:pPr algn="just"/>
            <a:r>
              <a:rPr lang="en-US" sz="1200" dirty="0">
                <a:latin typeface="Arial" panose="020B0604020202020204" pitchFamily="34" charset="0"/>
                <a:cs typeface="Arial" panose="020B0604020202020204" pitchFamily="34" charset="0"/>
              </a:rPr>
              <a:t>- Create a cell component for an all-pass ring resonator, using 2x2 50:50 MMIs, with extra length parameter for different perimeters</a:t>
            </a:r>
          </a:p>
        </p:txBody>
      </p:sp>
      <p:sp>
        <p:nvSpPr>
          <p:cNvPr id="8" name="Rectángulo 7">
            <a:extLst>
              <a:ext uri="{FF2B5EF4-FFF2-40B4-BE49-F238E27FC236}">
                <a16:creationId xmlns:a16="http://schemas.microsoft.com/office/drawing/2014/main" id="{AF0222CF-2FD2-3EE6-C923-C1B88EAE10B1}"/>
              </a:ext>
            </a:extLst>
          </p:cNvPr>
          <p:cNvSpPr/>
          <p:nvPr/>
        </p:nvSpPr>
        <p:spPr>
          <a:xfrm>
            <a:off x="6248400" y="990285"/>
            <a:ext cx="5638799" cy="5181600"/>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CuadroTexto 8">
            <a:extLst>
              <a:ext uri="{FF2B5EF4-FFF2-40B4-BE49-F238E27FC236}">
                <a16:creationId xmlns:a16="http://schemas.microsoft.com/office/drawing/2014/main" id="{16F51CA9-3E1C-8B2A-8B4F-500C1AB48A69}"/>
              </a:ext>
            </a:extLst>
          </p:cNvPr>
          <p:cNvSpPr txBox="1"/>
          <p:nvPr/>
        </p:nvSpPr>
        <p:spPr>
          <a:xfrm>
            <a:off x="8180318" y="3105834"/>
            <a:ext cx="1774973" cy="369332"/>
          </a:xfrm>
          <a:prstGeom prst="rect">
            <a:avLst/>
          </a:prstGeom>
          <a:noFill/>
        </p:spPr>
        <p:txBody>
          <a:bodyPr wrap="none" rtlCol="0">
            <a:spAutoFit/>
          </a:bodyPr>
          <a:lstStyle/>
          <a:p>
            <a:pPr algn="ctr"/>
            <a:r>
              <a:rPr lang="es-ES" err="1"/>
              <a:t>Screenshot</a:t>
            </a:r>
            <a:r>
              <a:rPr lang="es-ES"/>
              <a:t> </a:t>
            </a:r>
            <a:r>
              <a:rPr lang="es-ES" err="1"/>
              <a:t>for</a:t>
            </a:r>
            <a:r>
              <a:rPr lang="es-ES"/>
              <a:t> …</a:t>
            </a:r>
            <a:endParaRPr lang="en-US"/>
          </a:p>
        </p:txBody>
      </p:sp>
      <p:pic>
        <p:nvPicPr>
          <p:cNvPr id="6" name="Imagen 5">
            <a:extLst>
              <a:ext uri="{FF2B5EF4-FFF2-40B4-BE49-F238E27FC236}">
                <a16:creationId xmlns:a16="http://schemas.microsoft.com/office/drawing/2014/main" id="{7AB6465C-D05C-093A-E687-E39CBFE4CA7E}"/>
              </a:ext>
            </a:extLst>
          </p:cNvPr>
          <p:cNvPicPr>
            <a:picLocks noChangeAspect="1"/>
          </p:cNvPicPr>
          <p:nvPr/>
        </p:nvPicPr>
        <p:blipFill>
          <a:blip r:embed="rId4"/>
          <a:stretch>
            <a:fillRect/>
          </a:stretch>
        </p:blipFill>
        <p:spPr>
          <a:xfrm>
            <a:off x="6333244" y="1519366"/>
            <a:ext cx="5181600" cy="3911600"/>
          </a:xfrm>
          <a:prstGeom prst="rect">
            <a:avLst/>
          </a:prstGeom>
        </p:spPr>
      </p:pic>
      <p:pic>
        <p:nvPicPr>
          <p:cNvPr id="7" name="Picture 6">
            <a:extLst>
              <a:ext uri="{FF2B5EF4-FFF2-40B4-BE49-F238E27FC236}">
                <a16:creationId xmlns:a16="http://schemas.microsoft.com/office/drawing/2014/main" id="{3027F4F8-6463-0D72-E543-4819FD293EDD}"/>
              </a:ext>
            </a:extLst>
          </p:cNvPr>
          <p:cNvPicPr>
            <a:picLocks noChangeAspect="1"/>
          </p:cNvPicPr>
          <p:nvPr/>
        </p:nvPicPr>
        <p:blipFill>
          <a:blip r:embed="rId5"/>
          <a:stretch>
            <a:fillRect/>
          </a:stretch>
        </p:blipFill>
        <p:spPr>
          <a:xfrm>
            <a:off x="1184256" y="1725825"/>
            <a:ext cx="4140607" cy="4590674"/>
          </a:xfrm>
          <a:prstGeom prst="rect">
            <a:avLst/>
          </a:prstGeom>
        </p:spPr>
      </p:pic>
    </p:spTree>
    <p:extLst>
      <p:ext uri="{BB962C8B-B14F-4D97-AF65-F5344CB8AC3E}">
        <p14:creationId xmlns:p14="http://schemas.microsoft.com/office/powerpoint/2010/main" val="698044179"/>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1181C10-1012-3B77-90B1-375D8DDB5295}"/>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967114AB-E2D2-9764-D664-62EECFBBD03B}"/>
              </a:ext>
            </a:extLst>
          </p:cNvPr>
          <p:cNvSpPr txBox="1">
            <a:spLocks noGrp="1"/>
          </p:cNvSpPr>
          <p:nvPr>
            <p:ph type="title"/>
          </p:nvPr>
        </p:nvSpPr>
        <p:spPr>
          <a:xfrm>
            <a:off x="685799" y="408883"/>
            <a:ext cx="11201399" cy="782265"/>
          </a:xfrm>
          <a:prstGeom prst="rect">
            <a:avLst/>
          </a:prstGeom>
        </p:spPr>
        <p:txBody>
          <a:bodyPr vert="horz" wrap="square" lIns="0" tIns="12700" rIns="0" bIns="0" rtlCol="0">
            <a:spAutoFit/>
          </a:bodyPr>
          <a:lstStyle/>
          <a:p>
            <a:pPr marL="12700" algn="l">
              <a:spcBef>
                <a:spcPts val="100"/>
              </a:spcBef>
            </a:pPr>
            <a:r>
              <a:rPr lang="en-US" sz="2500" dirty="0"/>
              <a:t>Learning outcome #4 – Notebook section 4. Exercises – Part a)</a:t>
            </a:r>
            <a:br>
              <a:rPr lang="en-US" sz="2500" dirty="0"/>
            </a:br>
            <a:endParaRPr sz="2500" b="0" i="1" dirty="0">
              <a:latin typeface="+mj-lt"/>
              <a:cs typeface="Lucida Sans"/>
            </a:endParaRPr>
          </a:p>
        </p:txBody>
      </p:sp>
      <p:pic>
        <p:nvPicPr>
          <p:cNvPr id="83" name="Gráfico 82">
            <a:extLst>
              <a:ext uri="{FF2B5EF4-FFF2-40B4-BE49-F238E27FC236}">
                <a16:creationId xmlns:a16="http://schemas.microsoft.com/office/drawing/2014/main" id="{6249AC47-F57E-7EF4-C0D0-BB0993FD2330}"/>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DB81EDD1-85E5-2458-010B-5CC2E867EF7D}"/>
              </a:ext>
            </a:extLst>
          </p:cNvPr>
          <p:cNvSpPr>
            <a:spLocks noGrp="1"/>
          </p:cNvSpPr>
          <p:nvPr>
            <p:ph type="sldNum" sz="quarter" idx="7"/>
          </p:nvPr>
        </p:nvSpPr>
        <p:spPr/>
        <p:txBody>
          <a:bodyPr/>
          <a:lstStyle/>
          <a:p>
            <a:fld id="{B6F15528-21DE-4FAA-801E-634DDDAF4B2B}" type="slidenum">
              <a:rPr lang="es-ES" smtClean="0"/>
              <a:t>21</a:t>
            </a:fld>
            <a:endParaRPr lang="es-ES"/>
          </a:p>
        </p:txBody>
      </p:sp>
      <p:sp>
        <p:nvSpPr>
          <p:cNvPr id="3" name="Marcador de pie de página 2">
            <a:extLst>
              <a:ext uri="{FF2B5EF4-FFF2-40B4-BE49-F238E27FC236}">
                <a16:creationId xmlns:a16="http://schemas.microsoft.com/office/drawing/2014/main" id="{60082746-1205-6868-D34B-FEC234C1B488}"/>
              </a:ext>
            </a:extLst>
          </p:cNvPr>
          <p:cNvSpPr>
            <a:spLocks noGrp="1"/>
          </p:cNvSpPr>
          <p:nvPr>
            <p:ph type="ftr" sz="quarter" idx="5"/>
          </p:nvPr>
        </p:nvSpPr>
        <p:spPr/>
        <p:txBody>
          <a:bodyPr/>
          <a:lstStyle/>
          <a:p>
            <a:pPr marL="12700">
              <a:spcBef>
                <a:spcPts val="15"/>
              </a:spcBef>
            </a:pPr>
            <a:r>
              <a:rPr lang="es-ES" spc="-5"/>
              <a:t>LAB 4.0. LAYOUT</a:t>
            </a:r>
          </a:p>
        </p:txBody>
      </p:sp>
      <p:sp>
        <p:nvSpPr>
          <p:cNvPr id="2" name="CuadroTexto 1">
            <a:extLst>
              <a:ext uri="{FF2B5EF4-FFF2-40B4-BE49-F238E27FC236}">
                <a16:creationId xmlns:a16="http://schemas.microsoft.com/office/drawing/2014/main" id="{97D54ED1-B273-53A3-E25C-141B4C1B3337}"/>
              </a:ext>
            </a:extLst>
          </p:cNvPr>
          <p:cNvSpPr txBox="1"/>
          <p:nvPr/>
        </p:nvSpPr>
        <p:spPr>
          <a:xfrm>
            <a:off x="685800" y="990600"/>
            <a:ext cx="5410200" cy="5181600"/>
          </a:xfrm>
          <a:prstGeom prst="rect">
            <a:avLst/>
          </a:prstGeom>
          <a:solidFill>
            <a:schemeClr val="bg1">
              <a:lumMod val="95000"/>
            </a:schemeClr>
          </a:solidFill>
          <a:ln w="28575">
            <a:solidFill>
              <a:srgbClr val="E0700D"/>
            </a:solidFill>
          </a:ln>
        </p:spPr>
        <p:txBody>
          <a:bodyPr wrap="square" rtlCol="0">
            <a:noAutofit/>
          </a:bodyPr>
          <a:lstStyle/>
          <a:p>
            <a:pPr algn="just"/>
            <a:r>
              <a:rPr lang="en-US" sz="1200" b="1" dirty="0">
                <a:latin typeface="Arial" panose="020B0604020202020204" pitchFamily="34" charset="0"/>
                <a:cs typeface="Arial" panose="020B0604020202020204" pitchFamily="34" charset="0"/>
              </a:rPr>
              <a:t>Código python para</a:t>
            </a:r>
          </a:p>
          <a:p>
            <a:pPr algn="just"/>
            <a:r>
              <a:rPr lang="en-US" sz="1200" dirty="0">
                <a:latin typeface="Arial" panose="020B0604020202020204" pitchFamily="34" charset="0"/>
                <a:cs typeface="Arial" panose="020B0604020202020204" pitchFamily="34" charset="0"/>
              </a:rPr>
              <a:t>- Create a cell component based on the previous, where the ring has a thermal tuner on top along all the perimeter</a:t>
            </a:r>
          </a:p>
        </p:txBody>
      </p:sp>
      <p:sp>
        <p:nvSpPr>
          <p:cNvPr id="8" name="Rectángulo 7">
            <a:extLst>
              <a:ext uri="{FF2B5EF4-FFF2-40B4-BE49-F238E27FC236}">
                <a16:creationId xmlns:a16="http://schemas.microsoft.com/office/drawing/2014/main" id="{98D44154-465E-07FB-8505-ED58282BAC24}"/>
              </a:ext>
            </a:extLst>
          </p:cNvPr>
          <p:cNvSpPr/>
          <p:nvPr/>
        </p:nvSpPr>
        <p:spPr>
          <a:xfrm>
            <a:off x="6248400" y="990285"/>
            <a:ext cx="5638799" cy="5181600"/>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CuadroTexto 8">
            <a:extLst>
              <a:ext uri="{FF2B5EF4-FFF2-40B4-BE49-F238E27FC236}">
                <a16:creationId xmlns:a16="http://schemas.microsoft.com/office/drawing/2014/main" id="{DD8BBAB7-3B96-F4FB-6A69-5CD84F1EB8D9}"/>
              </a:ext>
            </a:extLst>
          </p:cNvPr>
          <p:cNvSpPr txBox="1"/>
          <p:nvPr/>
        </p:nvSpPr>
        <p:spPr>
          <a:xfrm>
            <a:off x="8180318" y="3105834"/>
            <a:ext cx="1774973" cy="369332"/>
          </a:xfrm>
          <a:prstGeom prst="rect">
            <a:avLst/>
          </a:prstGeom>
          <a:noFill/>
        </p:spPr>
        <p:txBody>
          <a:bodyPr wrap="none" rtlCol="0">
            <a:spAutoFit/>
          </a:bodyPr>
          <a:lstStyle/>
          <a:p>
            <a:pPr algn="ctr"/>
            <a:r>
              <a:rPr lang="es-ES" err="1"/>
              <a:t>Screenshot</a:t>
            </a:r>
            <a:r>
              <a:rPr lang="es-ES"/>
              <a:t> </a:t>
            </a:r>
            <a:r>
              <a:rPr lang="es-ES" err="1"/>
              <a:t>for</a:t>
            </a:r>
            <a:r>
              <a:rPr lang="es-ES"/>
              <a:t> …</a:t>
            </a:r>
            <a:endParaRPr lang="en-US"/>
          </a:p>
        </p:txBody>
      </p:sp>
      <p:pic>
        <p:nvPicPr>
          <p:cNvPr id="5" name="Imagen 4">
            <a:extLst>
              <a:ext uri="{FF2B5EF4-FFF2-40B4-BE49-F238E27FC236}">
                <a16:creationId xmlns:a16="http://schemas.microsoft.com/office/drawing/2014/main" id="{6197C1A8-6C06-A8AF-9144-45F89DA0FBE7}"/>
              </a:ext>
            </a:extLst>
          </p:cNvPr>
          <p:cNvPicPr>
            <a:picLocks noChangeAspect="1"/>
          </p:cNvPicPr>
          <p:nvPr/>
        </p:nvPicPr>
        <p:blipFill>
          <a:blip r:embed="rId4">
            <a:extLst>
              <a:ext uri="{28A0092B-C50C-407E-A947-70E740481C1C}">
                <a14:useLocalDpi xmlns:a14="http://schemas.microsoft.com/office/drawing/2010/main" val="0"/>
              </a:ext>
            </a:extLst>
          </a:blip>
          <a:srcRect/>
          <a:stretch/>
        </p:blipFill>
        <p:spPr>
          <a:xfrm>
            <a:off x="996950" y="1967476"/>
            <a:ext cx="4787900" cy="2923047"/>
          </a:xfrm>
          <a:prstGeom prst="rect">
            <a:avLst/>
          </a:prstGeom>
        </p:spPr>
      </p:pic>
      <p:pic>
        <p:nvPicPr>
          <p:cNvPr id="6" name="Imagen 5">
            <a:extLst>
              <a:ext uri="{FF2B5EF4-FFF2-40B4-BE49-F238E27FC236}">
                <a16:creationId xmlns:a16="http://schemas.microsoft.com/office/drawing/2014/main" id="{5C3F444C-01EB-1A16-D54C-F626EB6BA256}"/>
              </a:ext>
            </a:extLst>
          </p:cNvPr>
          <p:cNvPicPr>
            <a:picLocks noChangeAspect="1"/>
          </p:cNvPicPr>
          <p:nvPr/>
        </p:nvPicPr>
        <p:blipFill>
          <a:blip r:embed="rId5">
            <a:extLst>
              <a:ext uri="{28A0092B-C50C-407E-A947-70E740481C1C}">
                <a14:useLocalDpi xmlns:a14="http://schemas.microsoft.com/office/drawing/2010/main" val="0"/>
              </a:ext>
            </a:extLst>
          </a:blip>
          <a:srcRect/>
          <a:stretch/>
        </p:blipFill>
        <p:spPr>
          <a:xfrm>
            <a:off x="6365789" y="1473200"/>
            <a:ext cx="5181600" cy="3911600"/>
          </a:xfrm>
          <a:prstGeom prst="rect">
            <a:avLst/>
          </a:prstGeom>
        </p:spPr>
      </p:pic>
    </p:spTree>
    <p:extLst>
      <p:ext uri="{BB962C8B-B14F-4D97-AF65-F5344CB8AC3E}">
        <p14:creationId xmlns:p14="http://schemas.microsoft.com/office/powerpoint/2010/main" val="1531355355"/>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8CB1E63-1825-F41E-8FF0-6AF5A5F5AD06}"/>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44D53EE1-00F8-F2E4-69BA-A44FD0E64DBA}"/>
              </a:ext>
            </a:extLst>
          </p:cNvPr>
          <p:cNvSpPr txBox="1">
            <a:spLocks noGrp="1"/>
          </p:cNvSpPr>
          <p:nvPr>
            <p:ph type="title"/>
          </p:nvPr>
        </p:nvSpPr>
        <p:spPr>
          <a:xfrm>
            <a:off x="685799" y="408883"/>
            <a:ext cx="11201399" cy="782265"/>
          </a:xfrm>
          <a:prstGeom prst="rect">
            <a:avLst/>
          </a:prstGeom>
        </p:spPr>
        <p:txBody>
          <a:bodyPr vert="horz" wrap="square" lIns="0" tIns="12700" rIns="0" bIns="0" rtlCol="0">
            <a:spAutoFit/>
          </a:bodyPr>
          <a:lstStyle/>
          <a:p>
            <a:pPr marL="12700" algn="l">
              <a:spcBef>
                <a:spcPts val="100"/>
              </a:spcBef>
            </a:pPr>
            <a:r>
              <a:rPr lang="en-US" sz="2500" dirty="0"/>
              <a:t>Learning outcome #4 – Notebook section 4. Exercises – Part a)</a:t>
            </a:r>
            <a:br>
              <a:rPr lang="en-US" sz="2500" dirty="0"/>
            </a:br>
            <a:endParaRPr sz="2500" b="0" i="1" dirty="0">
              <a:latin typeface="+mj-lt"/>
              <a:cs typeface="Lucida Sans"/>
            </a:endParaRPr>
          </a:p>
        </p:txBody>
      </p:sp>
      <p:pic>
        <p:nvPicPr>
          <p:cNvPr id="83" name="Gráfico 82">
            <a:extLst>
              <a:ext uri="{FF2B5EF4-FFF2-40B4-BE49-F238E27FC236}">
                <a16:creationId xmlns:a16="http://schemas.microsoft.com/office/drawing/2014/main" id="{3AB49289-79F9-8EB3-3753-F8DDD669DCA2}"/>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26598A7E-A239-58D2-F1AB-D6E09A7CE587}"/>
              </a:ext>
            </a:extLst>
          </p:cNvPr>
          <p:cNvSpPr>
            <a:spLocks noGrp="1"/>
          </p:cNvSpPr>
          <p:nvPr>
            <p:ph type="sldNum" sz="quarter" idx="7"/>
          </p:nvPr>
        </p:nvSpPr>
        <p:spPr/>
        <p:txBody>
          <a:bodyPr/>
          <a:lstStyle/>
          <a:p>
            <a:fld id="{B6F15528-21DE-4FAA-801E-634DDDAF4B2B}" type="slidenum">
              <a:rPr lang="es-ES" smtClean="0"/>
              <a:t>22</a:t>
            </a:fld>
            <a:endParaRPr lang="es-ES"/>
          </a:p>
        </p:txBody>
      </p:sp>
      <p:sp>
        <p:nvSpPr>
          <p:cNvPr id="3" name="Marcador de pie de página 2">
            <a:extLst>
              <a:ext uri="{FF2B5EF4-FFF2-40B4-BE49-F238E27FC236}">
                <a16:creationId xmlns:a16="http://schemas.microsoft.com/office/drawing/2014/main" id="{D21F504D-3EAC-25A4-F350-9FF8D4BF5D44}"/>
              </a:ext>
            </a:extLst>
          </p:cNvPr>
          <p:cNvSpPr>
            <a:spLocks noGrp="1"/>
          </p:cNvSpPr>
          <p:nvPr>
            <p:ph type="ftr" sz="quarter" idx="5"/>
          </p:nvPr>
        </p:nvSpPr>
        <p:spPr/>
        <p:txBody>
          <a:bodyPr/>
          <a:lstStyle/>
          <a:p>
            <a:pPr marL="12700">
              <a:spcBef>
                <a:spcPts val="15"/>
              </a:spcBef>
            </a:pPr>
            <a:r>
              <a:rPr lang="es-ES" spc="-5"/>
              <a:t>LAB 4.0. LAYOUT</a:t>
            </a:r>
          </a:p>
        </p:txBody>
      </p:sp>
      <p:sp>
        <p:nvSpPr>
          <p:cNvPr id="2" name="CuadroTexto 1">
            <a:extLst>
              <a:ext uri="{FF2B5EF4-FFF2-40B4-BE49-F238E27FC236}">
                <a16:creationId xmlns:a16="http://schemas.microsoft.com/office/drawing/2014/main" id="{552EB805-65F3-194B-C8F4-CA690A8BA9F7}"/>
              </a:ext>
            </a:extLst>
          </p:cNvPr>
          <p:cNvSpPr txBox="1"/>
          <p:nvPr/>
        </p:nvSpPr>
        <p:spPr>
          <a:xfrm>
            <a:off x="685800" y="990600"/>
            <a:ext cx="11201398" cy="2320823"/>
          </a:xfrm>
          <a:prstGeom prst="rect">
            <a:avLst/>
          </a:prstGeom>
          <a:solidFill>
            <a:schemeClr val="bg1">
              <a:lumMod val="95000"/>
            </a:schemeClr>
          </a:solidFill>
          <a:ln w="28575">
            <a:solidFill>
              <a:srgbClr val="E0700D"/>
            </a:solidFill>
          </a:ln>
        </p:spPr>
        <p:txBody>
          <a:bodyPr wrap="square" rtlCol="0">
            <a:noAutofit/>
          </a:bodyPr>
          <a:lstStyle/>
          <a:p>
            <a:pPr algn="just"/>
            <a:r>
              <a:rPr lang="en-US" sz="1200" b="1" dirty="0">
                <a:latin typeface="Arial" panose="020B0604020202020204" pitchFamily="34" charset="0"/>
                <a:cs typeface="Arial" panose="020B0604020202020204" pitchFamily="34" charset="0"/>
              </a:rPr>
              <a:t>Código python para</a:t>
            </a:r>
          </a:p>
          <a:p>
            <a:pPr algn="just"/>
            <a:r>
              <a:rPr lang="en-US" sz="1200" dirty="0">
                <a:latin typeface="Arial" panose="020B0604020202020204" pitchFamily="34" charset="0"/>
                <a:cs typeface="Arial" panose="020B0604020202020204" pitchFamily="34" charset="0"/>
              </a:rPr>
              <a:t>- Create a cell component based on existing </a:t>
            </a:r>
            <a:r>
              <a:rPr lang="en-US" sz="1200" dirty="0" err="1">
                <a:latin typeface="Arial" panose="020B0604020202020204" pitchFamily="34" charset="0"/>
                <a:cs typeface="Arial" panose="020B0604020202020204" pitchFamily="34" charset="0"/>
              </a:rPr>
              <a:t>GDSfactory</a:t>
            </a:r>
            <a:r>
              <a:rPr lang="en-US" sz="1200" dirty="0">
                <a:latin typeface="Arial" panose="020B0604020202020204" pitchFamily="34" charset="0"/>
                <a:cs typeface="Arial" panose="020B0604020202020204" pitchFamily="34" charset="0"/>
              </a:rPr>
              <a:t> spiral components, with length as parameter</a:t>
            </a:r>
          </a:p>
        </p:txBody>
      </p:sp>
      <p:sp>
        <p:nvSpPr>
          <p:cNvPr id="8" name="Rectángulo 7">
            <a:extLst>
              <a:ext uri="{FF2B5EF4-FFF2-40B4-BE49-F238E27FC236}">
                <a16:creationId xmlns:a16="http://schemas.microsoft.com/office/drawing/2014/main" id="{F2B60D58-C055-6503-3D14-DA4E7E01A3FF}"/>
              </a:ext>
            </a:extLst>
          </p:cNvPr>
          <p:cNvSpPr/>
          <p:nvPr/>
        </p:nvSpPr>
        <p:spPr>
          <a:xfrm>
            <a:off x="685798" y="3685002"/>
            <a:ext cx="11201398" cy="2577709"/>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Imagen 4">
            <a:extLst>
              <a:ext uri="{FF2B5EF4-FFF2-40B4-BE49-F238E27FC236}">
                <a16:creationId xmlns:a16="http://schemas.microsoft.com/office/drawing/2014/main" id="{9E0C635E-2A72-95A1-311C-FF55A29F02DD}"/>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779676" y="1564727"/>
            <a:ext cx="8849449" cy="1541107"/>
          </a:xfrm>
          <a:prstGeom prst="rect">
            <a:avLst/>
          </a:prstGeom>
        </p:spPr>
      </p:pic>
      <p:pic>
        <p:nvPicPr>
          <p:cNvPr id="6" name="Imagen 5">
            <a:extLst>
              <a:ext uri="{FF2B5EF4-FFF2-40B4-BE49-F238E27FC236}">
                <a16:creationId xmlns:a16="http://schemas.microsoft.com/office/drawing/2014/main" id="{2D7E9306-FAC9-07E9-5701-4543A3808607}"/>
              </a:ext>
            </a:extLst>
          </p:cNvPr>
          <p:cNvPicPr>
            <a:picLocks noChangeAspect="1"/>
          </p:cNvPicPr>
          <p:nvPr/>
        </p:nvPicPr>
        <p:blipFill>
          <a:blip r:embed="rId5"/>
          <a:srcRect t="26260" b="25517"/>
          <a:stretch>
            <a:fillRect/>
          </a:stretch>
        </p:blipFill>
        <p:spPr>
          <a:xfrm>
            <a:off x="2738978" y="3793971"/>
            <a:ext cx="6207313" cy="2259694"/>
          </a:xfrm>
          <a:prstGeom prst="rect">
            <a:avLst/>
          </a:prstGeom>
        </p:spPr>
      </p:pic>
    </p:spTree>
    <p:extLst>
      <p:ext uri="{BB962C8B-B14F-4D97-AF65-F5344CB8AC3E}">
        <p14:creationId xmlns:p14="http://schemas.microsoft.com/office/powerpoint/2010/main" val="2895180804"/>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F9787F0-CB2C-2FE5-5614-A0F16A628E7A}"/>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102B708D-0704-5977-EC6F-88CF05CBBE8F}"/>
              </a:ext>
            </a:extLst>
          </p:cNvPr>
          <p:cNvSpPr txBox="1">
            <a:spLocks noGrp="1"/>
          </p:cNvSpPr>
          <p:nvPr>
            <p:ph type="title"/>
          </p:nvPr>
        </p:nvSpPr>
        <p:spPr>
          <a:xfrm>
            <a:off x="685799" y="408883"/>
            <a:ext cx="11201399" cy="397545"/>
          </a:xfrm>
          <a:prstGeom prst="rect">
            <a:avLst/>
          </a:prstGeom>
        </p:spPr>
        <p:txBody>
          <a:bodyPr vert="horz" wrap="square" lIns="0" tIns="12700" rIns="0" bIns="0" rtlCol="0">
            <a:spAutoFit/>
          </a:bodyPr>
          <a:lstStyle/>
          <a:p>
            <a:pPr marL="12700" algn="l">
              <a:spcBef>
                <a:spcPts val="100"/>
              </a:spcBef>
            </a:pPr>
            <a:r>
              <a:rPr lang="en-US" sz="2500" dirty="0"/>
              <a:t>Learning outcome #4 – Notebook section 4. Exercises – </a:t>
            </a:r>
            <a:r>
              <a:rPr lang="en-US" sz="2400" dirty="0">
                <a:latin typeface="Arial" panose="020B0604020202020204" pitchFamily="34" charset="0"/>
                <a:cs typeface="Arial" panose="020B0604020202020204" pitchFamily="34" charset="0"/>
              </a:rPr>
              <a:t>Part b)</a:t>
            </a:r>
            <a:endParaRPr sz="2500" b="0" i="1" dirty="0">
              <a:latin typeface="+mj-lt"/>
              <a:cs typeface="Lucida Sans"/>
            </a:endParaRPr>
          </a:p>
        </p:txBody>
      </p:sp>
      <p:pic>
        <p:nvPicPr>
          <p:cNvPr id="83" name="Gráfico 82">
            <a:extLst>
              <a:ext uri="{FF2B5EF4-FFF2-40B4-BE49-F238E27FC236}">
                <a16:creationId xmlns:a16="http://schemas.microsoft.com/office/drawing/2014/main" id="{25386122-0096-23D3-AB3A-550FBF0A3140}"/>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713FD8D6-DEAF-544C-DE8A-FEED1CFD257F}"/>
              </a:ext>
            </a:extLst>
          </p:cNvPr>
          <p:cNvSpPr>
            <a:spLocks noGrp="1"/>
          </p:cNvSpPr>
          <p:nvPr>
            <p:ph type="sldNum" sz="quarter" idx="7"/>
          </p:nvPr>
        </p:nvSpPr>
        <p:spPr/>
        <p:txBody>
          <a:bodyPr/>
          <a:lstStyle/>
          <a:p>
            <a:fld id="{B6F15528-21DE-4FAA-801E-634DDDAF4B2B}" type="slidenum">
              <a:rPr lang="es-ES" smtClean="0"/>
              <a:t>23</a:t>
            </a:fld>
            <a:endParaRPr lang="es-ES"/>
          </a:p>
        </p:txBody>
      </p:sp>
      <p:sp>
        <p:nvSpPr>
          <p:cNvPr id="3" name="Marcador de pie de página 2">
            <a:extLst>
              <a:ext uri="{FF2B5EF4-FFF2-40B4-BE49-F238E27FC236}">
                <a16:creationId xmlns:a16="http://schemas.microsoft.com/office/drawing/2014/main" id="{30B40145-CD7B-EB6E-E37D-B6E973BB915B}"/>
              </a:ext>
            </a:extLst>
          </p:cNvPr>
          <p:cNvSpPr>
            <a:spLocks noGrp="1"/>
          </p:cNvSpPr>
          <p:nvPr>
            <p:ph type="ftr" sz="quarter" idx="5"/>
          </p:nvPr>
        </p:nvSpPr>
        <p:spPr/>
        <p:txBody>
          <a:bodyPr/>
          <a:lstStyle/>
          <a:p>
            <a:pPr marL="12700">
              <a:spcBef>
                <a:spcPts val="15"/>
              </a:spcBef>
            </a:pPr>
            <a:r>
              <a:rPr lang="es-ES" spc="-5"/>
              <a:t>LAB 4.0. LAYOUT</a:t>
            </a:r>
          </a:p>
        </p:txBody>
      </p:sp>
      <p:sp>
        <p:nvSpPr>
          <p:cNvPr id="2" name="CuadroTexto 1">
            <a:extLst>
              <a:ext uri="{FF2B5EF4-FFF2-40B4-BE49-F238E27FC236}">
                <a16:creationId xmlns:a16="http://schemas.microsoft.com/office/drawing/2014/main" id="{3C6D55FC-5031-5DAE-893E-BF1355747932}"/>
              </a:ext>
            </a:extLst>
          </p:cNvPr>
          <p:cNvSpPr txBox="1"/>
          <p:nvPr/>
        </p:nvSpPr>
        <p:spPr>
          <a:xfrm>
            <a:off x="685800" y="990600"/>
            <a:ext cx="7374460" cy="5181600"/>
          </a:xfrm>
          <a:prstGeom prst="rect">
            <a:avLst/>
          </a:prstGeom>
          <a:solidFill>
            <a:schemeClr val="bg1">
              <a:lumMod val="95000"/>
            </a:schemeClr>
          </a:solidFill>
          <a:ln w="28575">
            <a:solidFill>
              <a:srgbClr val="E0700D"/>
            </a:solidFill>
          </a:ln>
        </p:spPr>
        <p:txBody>
          <a:bodyPr wrap="square" rtlCol="0">
            <a:noAutofit/>
          </a:bodyPr>
          <a:lstStyle/>
          <a:p>
            <a:pPr algn="just"/>
            <a:r>
              <a:rPr lang="en-US" sz="1200" b="1" dirty="0">
                <a:latin typeface="Arial" panose="020B0604020202020204" pitchFamily="34" charset="0"/>
                <a:cs typeface="Arial" panose="020B0604020202020204" pitchFamily="34" charset="0"/>
              </a:rPr>
              <a:t>Código python para</a:t>
            </a:r>
            <a:endParaRPr lang="en-US" sz="1200" dirty="0">
              <a:latin typeface="Arial" panose="020B0604020202020204" pitchFamily="34" charset="0"/>
              <a:cs typeface="Arial" panose="020B0604020202020204" pitchFamily="34" charset="0"/>
            </a:endParaRPr>
          </a:p>
          <a:p>
            <a:pPr algn="just"/>
            <a:r>
              <a:rPr lang="en-US" sz="1200" dirty="0">
                <a:latin typeface="Arial" panose="020B0604020202020204" pitchFamily="34" charset="0"/>
                <a:cs typeface="Arial" panose="020B0604020202020204" pitchFamily="34" charset="0"/>
              </a:rPr>
              <a:t>- Create a die  W = 5 mm x L = 10 mm </a:t>
            </a:r>
          </a:p>
          <a:p>
            <a:pPr algn="just"/>
            <a:endParaRPr lang="en-US" sz="1200" dirty="0">
              <a:latin typeface="Arial" panose="020B0604020202020204" pitchFamily="34" charset="0"/>
              <a:cs typeface="Arial" panose="020B0604020202020204" pitchFamily="34" charset="0"/>
            </a:endParaRPr>
          </a:p>
        </p:txBody>
      </p:sp>
      <p:sp>
        <p:nvSpPr>
          <p:cNvPr id="8" name="Rectángulo 7">
            <a:extLst>
              <a:ext uri="{FF2B5EF4-FFF2-40B4-BE49-F238E27FC236}">
                <a16:creationId xmlns:a16="http://schemas.microsoft.com/office/drawing/2014/main" id="{B7F15AC0-F440-2DF1-6C9D-0A7E2EAFC2C8}"/>
              </a:ext>
            </a:extLst>
          </p:cNvPr>
          <p:cNvSpPr/>
          <p:nvPr/>
        </p:nvSpPr>
        <p:spPr>
          <a:xfrm>
            <a:off x="8180318" y="990285"/>
            <a:ext cx="3706881" cy="5181600"/>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Imagen 4">
            <a:extLst>
              <a:ext uri="{FF2B5EF4-FFF2-40B4-BE49-F238E27FC236}">
                <a16:creationId xmlns:a16="http://schemas.microsoft.com/office/drawing/2014/main" id="{39248EFD-19EE-95CC-AC89-5D89542724B8}"/>
              </a:ext>
            </a:extLst>
          </p:cNvPr>
          <p:cNvPicPr>
            <a:picLocks noChangeAspect="1"/>
          </p:cNvPicPr>
          <p:nvPr/>
        </p:nvPicPr>
        <p:blipFill>
          <a:blip r:embed="rId4">
            <a:extLst>
              <a:ext uri="{28A0092B-C50C-407E-A947-70E740481C1C}">
                <a14:useLocalDpi xmlns:a14="http://schemas.microsoft.com/office/drawing/2010/main" val="0"/>
              </a:ext>
            </a:extLst>
          </a:blip>
          <a:srcRect/>
          <a:stretch/>
        </p:blipFill>
        <p:spPr>
          <a:xfrm>
            <a:off x="944803" y="1717589"/>
            <a:ext cx="6856453" cy="3876387"/>
          </a:xfrm>
          <a:prstGeom prst="rect">
            <a:avLst/>
          </a:prstGeom>
        </p:spPr>
      </p:pic>
      <p:pic>
        <p:nvPicPr>
          <p:cNvPr id="6" name="Imagen 5">
            <a:extLst>
              <a:ext uri="{FF2B5EF4-FFF2-40B4-BE49-F238E27FC236}">
                <a16:creationId xmlns:a16="http://schemas.microsoft.com/office/drawing/2014/main" id="{CE4AC0B4-0BBB-7BD6-462A-C8B63A55D335}"/>
              </a:ext>
            </a:extLst>
          </p:cNvPr>
          <p:cNvPicPr>
            <a:picLocks noChangeAspect="1"/>
          </p:cNvPicPr>
          <p:nvPr/>
        </p:nvPicPr>
        <p:blipFill>
          <a:blip r:embed="rId5"/>
          <a:srcRect l="20491" r="15453"/>
          <a:stretch>
            <a:fillRect/>
          </a:stretch>
        </p:blipFill>
        <p:spPr>
          <a:xfrm>
            <a:off x="8253935" y="1473200"/>
            <a:ext cx="3513206" cy="4120776"/>
          </a:xfrm>
          <a:prstGeom prst="rect">
            <a:avLst/>
          </a:prstGeom>
        </p:spPr>
      </p:pic>
    </p:spTree>
    <p:extLst>
      <p:ext uri="{BB962C8B-B14F-4D97-AF65-F5344CB8AC3E}">
        <p14:creationId xmlns:p14="http://schemas.microsoft.com/office/powerpoint/2010/main" val="4256168662"/>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A8FE957-23B2-3EF8-3140-A24D6B5F7D40}"/>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4D1F668C-4DD7-9F55-3473-586CB536CE3F}"/>
              </a:ext>
            </a:extLst>
          </p:cNvPr>
          <p:cNvSpPr txBox="1">
            <a:spLocks noGrp="1"/>
          </p:cNvSpPr>
          <p:nvPr>
            <p:ph type="title"/>
          </p:nvPr>
        </p:nvSpPr>
        <p:spPr>
          <a:xfrm>
            <a:off x="685799" y="408883"/>
            <a:ext cx="11201399" cy="397545"/>
          </a:xfrm>
          <a:prstGeom prst="rect">
            <a:avLst/>
          </a:prstGeom>
        </p:spPr>
        <p:txBody>
          <a:bodyPr vert="horz" wrap="square" lIns="0" tIns="12700" rIns="0" bIns="0" rtlCol="0">
            <a:spAutoFit/>
          </a:bodyPr>
          <a:lstStyle/>
          <a:p>
            <a:pPr marL="12700" algn="l">
              <a:spcBef>
                <a:spcPts val="100"/>
              </a:spcBef>
            </a:pPr>
            <a:r>
              <a:rPr lang="en-US" sz="2500" dirty="0"/>
              <a:t>Learning outcome #4 – Notebook section 4. Exercises – </a:t>
            </a:r>
            <a:r>
              <a:rPr lang="en-US" sz="2400" dirty="0">
                <a:latin typeface="Arial" panose="020B0604020202020204" pitchFamily="34" charset="0"/>
                <a:cs typeface="Arial" panose="020B0604020202020204" pitchFamily="34" charset="0"/>
              </a:rPr>
              <a:t>Part b)</a:t>
            </a:r>
            <a:endParaRPr sz="2500" b="0" i="1" dirty="0">
              <a:latin typeface="+mj-lt"/>
              <a:cs typeface="Lucida Sans"/>
            </a:endParaRPr>
          </a:p>
        </p:txBody>
      </p:sp>
      <p:pic>
        <p:nvPicPr>
          <p:cNvPr id="83" name="Gráfico 82">
            <a:extLst>
              <a:ext uri="{FF2B5EF4-FFF2-40B4-BE49-F238E27FC236}">
                <a16:creationId xmlns:a16="http://schemas.microsoft.com/office/drawing/2014/main" id="{83A5B6AF-2007-AD7C-9F1A-EA3B3E3C75F4}"/>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22E59192-4A6C-3454-297B-A3487544478F}"/>
              </a:ext>
            </a:extLst>
          </p:cNvPr>
          <p:cNvSpPr>
            <a:spLocks noGrp="1"/>
          </p:cNvSpPr>
          <p:nvPr>
            <p:ph type="sldNum" sz="quarter" idx="7"/>
          </p:nvPr>
        </p:nvSpPr>
        <p:spPr/>
        <p:txBody>
          <a:bodyPr/>
          <a:lstStyle/>
          <a:p>
            <a:fld id="{B6F15528-21DE-4FAA-801E-634DDDAF4B2B}" type="slidenum">
              <a:rPr lang="es-ES" smtClean="0"/>
              <a:t>24</a:t>
            </a:fld>
            <a:endParaRPr lang="es-ES"/>
          </a:p>
        </p:txBody>
      </p:sp>
      <p:sp>
        <p:nvSpPr>
          <p:cNvPr id="3" name="Marcador de pie de página 2">
            <a:extLst>
              <a:ext uri="{FF2B5EF4-FFF2-40B4-BE49-F238E27FC236}">
                <a16:creationId xmlns:a16="http://schemas.microsoft.com/office/drawing/2014/main" id="{EA1A79F7-02EC-CAF5-BB80-7846971C5DF5}"/>
              </a:ext>
            </a:extLst>
          </p:cNvPr>
          <p:cNvSpPr>
            <a:spLocks noGrp="1"/>
          </p:cNvSpPr>
          <p:nvPr>
            <p:ph type="ftr" sz="quarter" idx="5"/>
          </p:nvPr>
        </p:nvSpPr>
        <p:spPr/>
        <p:txBody>
          <a:bodyPr/>
          <a:lstStyle/>
          <a:p>
            <a:pPr marL="12700">
              <a:spcBef>
                <a:spcPts val="15"/>
              </a:spcBef>
            </a:pPr>
            <a:r>
              <a:rPr lang="es-ES" spc="-5"/>
              <a:t>LAB 4.0. LAYOUT</a:t>
            </a:r>
          </a:p>
        </p:txBody>
      </p:sp>
      <p:sp>
        <p:nvSpPr>
          <p:cNvPr id="2" name="CuadroTexto 1">
            <a:extLst>
              <a:ext uri="{FF2B5EF4-FFF2-40B4-BE49-F238E27FC236}">
                <a16:creationId xmlns:a16="http://schemas.microsoft.com/office/drawing/2014/main" id="{9F0ACE0A-BAE8-D87B-0C19-A3D05BF766BE}"/>
              </a:ext>
            </a:extLst>
          </p:cNvPr>
          <p:cNvSpPr txBox="1"/>
          <p:nvPr/>
        </p:nvSpPr>
        <p:spPr>
          <a:xfrm>
            <a:off x="685800" y="990600"/>
            <a:ext cx="5410200" cy="5181600"/>
          </a:xfrm>
          <a:prstGeom prst="rect">
            <a:avLst/>
          </a:prstGeom>
          <a:solidFill>
            <a:schemeClr val="bg1">
              <a:lumMod val="95000"/>
            </a:schemeClr>
          </a:solidFill>
          <a:ln w="28575">
            <a:solidFill>
              <a:srgbClr val="E0700D"/>
            </a:solidFill>
          </a:ln>
        </p:spPr>
        <p:txBody>
          <a:bodyPr wrap="square" rtlCol="0">
            <a:noAutofit/>
          </a:bodyPr>
          <a:lstStyle/>
          <a:p>
            <a:pPr algn="just"/>
            <a:r>
              <a:rPr lang="en-US" sz="1200" b="1" dirty="0">
                <a:latin typeface="Arial" panose="020B0604020202020204" pitchFamily="34" charset="0"/>
                <a:cs typeface="Arial" panose="020B0604020202020204" pitchFamily="34" charset="0"/>
              </a:rPr>
              <a:t>Código python para</a:t>
            </a:r>
          </a:p>
          <a:p>
            <a:pPr algn="just"/>
            <a:endParaRPr lang="en-US" sz="1200" dirty="0">
              <a:latin typeface="Arial" panose="020B0604020202020204" pitchFamily="34" charset="0"/>
              <a:cs typeface="Arial" panose="020B0604020202020204" pitchFamily="34" charset="0"/>
            </a:endParaRPr>
          </a:p>
          <a:p>
            <a:pPr algn="just"/>
            <a:r>
              <a:rPr lang="en-US" sz="1200" dirty="0">
                <a:latin typeface="Arial" panose="020B0604020202020204" pitchFamily="34" charset="0"/>
                <a:cs typeface="Arial" panose="020B0604020202020204" pitchFamily="34" charset="0"/>
              </a:rPr>
              <a:t>- Create an array of I/</a:t>
            </a:r>
            <a:r>
              <a:rPr lang="en-US" sz="1200" dirty="0" err="1">
                <a:latin typeface="Arial" panose="020B0604020202020204" pitchFamily="34" charset="0"/>
                <a:cs typeface="Arial" panose="020B0604020202020204" pitchFamily="34" charset="0"/>
              </a:rPr>
              <a:t>Os</a:t>
            </a:r>
            <a:r>
              <a:rPr lang="en-US" sz="1200" dirty="0">
                <a:latin typeface="Arial" panose="020B0604020202020204" pitchFamily="34" charset="0"/>
                <a:cs typeface="Arial" panose="020B0604020202020204" pitchFamily="34" charset="0"/>
              </a:rPr>
              <a:t> spaced at 250 µm (as much I/</a:t>
            </a:r>
            <a:r>
              <a:rPr lang="en-US" sz="1200" dirty="0" err="1">
                <a:latin typeface="Arial" panose="020B0604020202020204" pitchFamily="34" charset="0"/>
                <a:cs typeface="Arial" panose="020B0604020202020204" pitchFamily="34" charset="0"/>
              </a:rPr>
              <a:t>Os</a:t>
            </a:r>
            <a:r>
              <a:rPr lang="en-US" sz="1200" dirty="0">
                <a:latin typeface="Arial" panose="020B0604020202020204" pitchFamily="34" charset="0"/>
                <a:cs typeface="Arial" panose="020B0604020202020204" pitchFamily="34" charset="0"/>
              </a:rPr>
              <a:t> as the width allows)</a:t>
            </a:r>
          </a:p>
          <a:p>
            <a:pPr algn="just"/>
            <a:endParaRPr lang="en-US" sz="1200" dirty="0">
              <a:latin typeface="Arial" panose="020B0604020202020204" pitchFamily="34" charset="0"/>
              <a:cs typeface="Arial" panose="020B0604020202020204" pitchFamily="34" charset="0"/>
            </a:endParaRPr>
          </a:p>
        </p:txBody>
      </p:sp>
      <p:sp>
        <p:nvSpPr>
          <p:cNvPr id="8" name="Rectángulo 7">
            <a:extLst>
              <a:ext uri="{FF2B5EF4-FFF2-40B4-BE49-F238E27FC236}">
                <a16:creationId xmlns:a16="http://schemas.microsoft.com/office/drawing/2014/main" id="{88512FDC-2BD5-BEBD-B893-F2490F67D757}"/>
              </a:ext>
            </a:extLst>
          </p:cNvPr>
          <p:cNvSpPr/>
          <p:nvPr/>
        </p:nvSpPr>
        <p:spPr>
          <a:xfrm>
            <a:off x="6248400" y="990285"/>
            <a:ext cx="5638799" cy="5181600"/>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CuadroTexto 8">
            <a:extLst>
              <a:ext uri="{FF2B5EF4-FFF2-40B4-BE49-F238E27FC236}">
                <a16:creationId xmlns:a16="http://schemas.microsoft.com/office/drawing/2014/main" id="{EDB6E076-C915-0022-FC88-6EDBAD20E3DF}"/>
              </a:ext>
            </a:extLst>
          </p:cNvPr>
          <p:cNvSpPr txBox="1"/>
          <p:nvPr/>
        </p:nvSpPr>
        <p:spPr>
          <a:xfrm>
            <a:off x="8180318" y="3105834"/>
            <a:ext cx="1774973" cy="369332"/>
          </a:xfrm>
          <a:prstGeom prst="rect">
            <a:avLst/>
          </a:prstGeom>
          <a:noFill/>
        </p:spPr>
        <p:txBody>
          <a:bodyPr wrap="none" rtlCol="0">
            <a:spAutoFit/>
          </a:bodyPr>
          <a:lstStyle/>
          <a:p>
            <a:pPr algn="ctr"/>
            <a:r>
              <a:rPr lang="es-ES" err="1"/>
              <a:t>Screenshot</a:t>
            </a:r>
            <a:r>
              <a:rPr lang="es-ES"/>
              <a:t> </a:t>
            </a:r>
            <a:r>
              <a:rPr lang="es-ES" err="1"/>
              <a:t>for</a:t>
            </a:r>
            <a:r>
              <a:rPr lang="es-ES"/>
              <a:t> …</a:t>
            </a:r>
            <a:endParaRPr lang="en-US"/>
          </a:p>
        </p:txBody>
      </p:sp>
      <p:pic>
        <p:nvPicPr>
          <p:cNvPr id="5" name="Imagen 4">
            <a:extLst>
              <a:ext uri="{FF2B5EF4-FFF2-40B4-BE49-F238E27FC236}">
                <a16:creationId xmlns:a16="http://schemas.microsoft.com/office/drawing/2014/main" id="{B4AA8135-C67E-551C-F3C6-7EE0F7B6CCBC}"/>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867335" y="1957516"/>
            <a:ext cx="5102040" cy="3331660"/>
          </a:xfrm>
          <a:prstGeom prst="rect">
            <a:avLst/>
          </a:prstGeom>
        </p:spPr>
      </p:pic>
      <p:pic>
        <p:nvPicPr>
          <p:cNvPr id="6" name="Imagen 5">
            <a:extLst>
              <a:ext uri="{FF2B5EF4-FFF2-40B4-BE49-F238E27FC236}">
                <a16:creationId xmlns:a16="http://schemas.microsoft.com/office/drawing/2014/main" id="{76A5D404-C6D1-5A7B-845C-581A687B60D9}"/>
              </a:ext>
            </a:extLst>
          </p:cNvPr>
          <p:cNvPicPr>
            <a:picLocks noChangeAspect="1"/>
          </p:cNvPicPr>
          <p:nvPr/>
        </p:nvPicPr>
        <p:blipFill>
          <a:blip r:embed="rId5"/>
          <a:stretch>
            <a:fillRect/>
          </a:stretch>
        </p:blipFill>
        <p:spPr>
          <a:xfrm>
            <a:off x="6476999" y="1473200"/>
            <a:ext cx="5181600" cy="3911600"/>
          </a:xfrm>
          <a:prstGeom prst="rect">
            <a:avLst/>
          </a:prstGeom>
        </p:spPr>
      </p:pic>
    </p:spTree>
    <p:extLst>
      <p:ext uri="{BB962C8B-B14F-4D97-AF65-F5344CB8AC3E}">
        <p14:creationId xmlns:p14="http://schemas.microsoft.com/office/powerpoint/2010/main" val="144092153"/>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BDB6F34-3FA3-D2CB-CA88-AA41E8EEBC34}"/>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F1C70823-E0B7-BFF0-5231-9F51FD636F87}"/>
              </a:ext>
            </a:extLst>
          </p:cNvPr>
          <p:cNvSpPr txBox="1">
            <a:spLocks noGrp="1"/>
          </p:cNvSpPr>
          <p:nvPr>
            <p:ph type="title"/>
          </p:nvPr>
        </p:nvSpPr>
        <p:spPr>
          <a:xfrm>
            <a:off x="685799" y="408883"/>
            <a:ext cx="11201399" cy="397545"/>
          </a:xfrm>
          <a:prstGeom prst="rect">
            <a:avLst/>
          </a:prstGeom>
        </p:spPr>
        <p:txBody>
          <a:bodyPr vert="horz" wrap="square" lIns="0" tIns="12700" rIns="0" bIns="0" rtlCol="0">
            <a:spAutoFit/>
          </a:bodyPr>
          <a:lstStyle/>
          <a:p>
            <a:pPr marL="12700" algn="l">
              <a:spcBef>
                <a:spcPts val="100"/>
              </a:spcBef>
            </a:pPr>
            <a:r>
              <a:rPr lang="en-US" sz="2500" dirty="0"/>
              <a:t>Learning outcome #4 – Notebook section 4. Exercises – </a:t>
            </a:r>
            <a:r>
              <a:rPr lang="en-US" sz="2400" dirty="0">
                <a:latin typeface="Arial" panose="020B0604020202020204" pitchFamily="34" charset="0"/>
                <a:cs typeface="Arial" panose="020B0604020202020204" pitchFamily="34" charset="0"/>
              </a:rPr>
              <a:t>Part b)</a:t>
            </a:r>
            <a:endParaRPr sz="2500" b="0" i="1" dirty="0">
              <a:latin typeface="+mj-lt"/>
              <a:cs typeface="Lucida Sans"/>
            </a:endParaRPr>
          </a:p>
        </p:txBody>
      </p:sp>
      <p:pic>
        <p:nvPicPr>
          <p:cNvPr id="83" name="Gráfico 82">
            <a:extLst>
              <a:ext uri="{FF2B5EF4-FFF2-40B4-BE49-F238E27FC236}">
                <a16:creationId xmlns:a16="http://schemas.microsoft.com/office/drawing/2014/main" id="{B54FC97F-ABA1-F741-E83D-FED9BC8D9BB9}"/>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D684DCDE-EC38-EBA2-9EC3-4E6178DECF2B}"/>
              </a:ext>
            </a:extLst>
          </p:cNvPr>
          <p:cNvSpPr>
            <a:spLocks noGrp="1"/>
          </p:cNvSpPr>
          <p:nvPr>
            <p:ph type="sldNum" sz="quarter" idx="7"/>
          </p:nvPr>
        </p:nvSpPr>
        <p:spPr/>
        <p:txBody>
          <a:bodyPr/>
          <a:lstStyle/>
          <a:p>
            <a:fld id="{B6F15528-21DE-4FAA-801E-634DDDAF4B2B}" type="slidenum">
              <a:rPr lang="es-ES" smtClean="0"/>
              <a:t>25</a:t>
            </a:fld>
            <a:endParaRPr lang="es-ES"/>
          </a:p>
        </p:txBody>
      </p:sp>
      <p:sp>
        <p:nvSpPr>
          <p:cNvPr id="3" name="Marcador de pie de página 2">
            <a:extLst>
              <a:ext uri="{FF2B5EF4-FFF2-40B4-BE49-F238E27FC236}">
                <a16:creationId xmlns:a16="http://schemas.microsoft.com/office/drawing/2014/main" id="{5BAF6935-EB6C-A2FA-4A33-E6767DCA1FF9}"/>
              </a:ext>
            </a:extLst>
          </p:cNvPr>
          <p:cNvSpPr>
            <a:spLocks noGrp="1"/>
          </p:cNvSpPr>
          <p:nvPr>
            <p:ph type="ftr" sz="quarter" idx="5"/>
          </p:nvPr>
        </p:nvSpPr>
        <p:spPr/>
        <p:txBody>
          <a:bodyPr/>
          <a:lstStyle/>
          <a:p>
            <a:pPr marL="12700">
              <a:spcBef>
                <a:spcPts val="15"/>
              </a:spcBef>
            </a:pPr>
            <a:r>
              <a:rPr lang="es-ES" spc="-5"/>
              <a:t>LAB 4.0. LAYOUT</a:t>
            </a:r>
          </a:p>
        </p:txBody>
      </p:sp>
      <p:sp>
        <p:nvSpPr>
          <p:cNvPr id="2" name="CuadroTexto 1">
            <a:extLst>
              <a:ext uri="{FF2B5EF4-FFF2-40B4-BE49-F238E27FC236}">
                <a16:creationId xmlns:a16="http://schemas.microsoft.com/office/drawing/2014/main" id="{DA59359C-82D4-5532-A66F-52BD2C86CE34}"/>
              </a:ext>
            </a:extLst>
          </p:cNvPr>
          <p:cNvSpPr txBox="1"/>
          <p:nvPr/>
        </p:nvSpPr>
        <p:spPr>
          <a:xfrm>
            <a:off x="685800" y="990285"/>
            <a:ext cx="5858436" cy="5364163"/>
          </a:xfrm>
          <a:prstGeom prst="rect">
            <a:avLst/>
          </a:prstGeom>
          <a:solidFill>
            <a:schemeClr val="bg1">
              <a:lumMod val="95000"/>
            </a:schemeClr>
          </a:solidFill>
          <a:ln w="28575">
            <a:solidFill>
              <a:srgbClr val="E0700D"/>
            </a:solidFill>
          </a:ln>
        </p:spPr>
        <p:txBody>
          <a:bodyPr wrap="square" rtlCol="0">
            <a:noAutofit/>
          </a:bodyPr>
          <a:lstStyle/>
          <a:p>
            <a:pPr algn="just"/>
            <a:r>
              <a:rPr lang="en-US" sz="1200" b="1" dirty="0">
                <a:latin typeface="Arial" panose="020B0604020202020204" pitchFamily="34" charset="0"/>
                <a:cs typeface="Arial" panose="020B0604020202020204" pitchFamily="34" charset="0"/>
              </a:rPr>
              <a:t>Código </a:t>
            </a:r>
            <a:r>
              <a:rPr lang="en-US" sz="1200" b="1" dirty="0" err="1">
                <a:latin typeface="Arial" panose="020B0604020202020204" pitchFamily="34" charset="0"/>
                <a:cs typeface="Arial" panose="020B0604020202020204" pitchFamily="34" charset="0"/>
              </a:rPr>
              <a:t>pyhton</a:t>
            </a:r>
            <a:r>
              <a:rPr lang="en-US" sz="1200" b="1" dirty="0">
                <a:latin typeface="Arial" panose="020B0604020202020204" pitchFamily="34" charset="0"/>
                <a:cs typeface="Arial" panose="020B0604020202020204" pitchFamily="34" charset="0"/>
              </a:rPr>
              <a:t> para</a:t>
            </a:r>
          </a:p>
          <a:p>
            <a:pPr algn="just"/>
            <a:endParaRPr lang="en-US" sz="1200" dirty="0">
              <a:latin typeface="Arial" panose="020B0604020202020204" pitchFamily="34" charset="0"/>
              <a:cs typeface="Arial" panose="020B0604020202020204" pitchFamily="34" charset="0"/>
            </a:endParaRPr>
          </a:p>
          <a:p>
            <a:pPr algn="just"/>
            <a:r>
              <a:rPr lang="en-US" sz="1200" dirty="0">
                <a:latin typeface="Arial" panose="020B0604020202020204" pitchFamily="34" charset="0"/>
                <a:cs typeface="Arial" panose="020B0604020202020204" pitchFamily="34" charset="0"/>
              </a:rPr>
              <a:t>- Create a cell component of this die, with I/</a:t>
            </a:r>
            <a:r>
              <a:rPr lang="en-US" sz="1200" dirty="0" err="1">
                <a:latin typeface="Arial" panose="020B0604020202020204" pitchFamily="34" charset="0"/>
                <a:cs typeface="Arial" panose="020B0604020202020204" pitchFamily="34" charset="0"/>
              </a:rPr>
              <a:t>Os</a:t>
            </a:r>
            <a:r>
              <a:rPr lang="en-US" sz="1200" dirty="0">
                <a:latin typeface="Arial" panose="020B0604020202020204" pitchFamily="34" charset="0"/>
                <a:cs typeface="Arial" panose="020B0604020202020204" pitchFamily="34" charset="0"/>
              </a:rPr>
              <a:t> accessible to connect</a:t>
            </a:r>
          </a:p>
          <a:p>
            <a:pPr algn="just"/>
            <a:endParaRPr lang="en-US" sz="1200" dirty="0">
              <a:latin typeface="Arial" panose="020B0604020202020204" pitchFamily="34" charset="0"/>
              <a:cs typeface="Arial" panose="020B0604020202020204" pitchFamily="34" charset="0"/>
            </a:endParaRPr>
          </a:p>
        </p:txBody>
      </p:sp>
      <p:sp>
        <p:nvSpPr>
          <p:cNvPr id="8" name="Rectángulo 7">
            <a:extLst>
              <a:ext uri="{FF2B5EF4-FFF2-40B4-BE49-F238E27FC236}">
                <a16:creationId xmlns:a16="http://schemas.microsoft.com/office/drawing/2014/main" id="{239FB163-3A17-4624-5038-5B660EFA67E9}"/>
              </a:ext>
            </a:extLst>
          </p:cNvPr>
          <p:cNvSpPr/>
          <p:nvPr/>
        </p:nvSpPr>
        <p:spPr>
          <a:xfrm>
            <a:off x="6705598" y="990285"/>
            <a:ext cx="5181601" cy="5181600"/>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CuadroTexto 8">
            <a:extLst>
              <a:ext uri="{FF2B5EF4-FFF2-40B4-BE49-F238E27FC236}">
                <a16:creationId xmlns:a16="http://schemas.microsoft.com/office/drawing/2014/main" id="{3DAA3FE7-C978-FB21-AB8E-7EE8E480F3C7}"/>
              </a:ext>
            </a:extLst>
          </p:cNvPr>
          <p:cNvSpPr txBox="1"/>
          <p:nvPr/>
        </p:nvSpPr>
        <p:spPr>
          <a:xfrm>
            <a:off x="8180318" y="3105834"/>
            <a:ext cx="1774973" cy="369332"/>
          </a:xfrm>
          <a:prstGeom prst="rect">
            <a:avLst/>
          </a:prstGeom>
          <a:noFill/>
        </p:spPr>
        <p:txBody>
          <a:bodyPr wrap="none" rtlCol="0">
            <a:spAutoFit/>
          </a:bodyPr>
          <a:lstStyle/>
          <a:p>
            <a:pPr algn="ctr"/>
            <a:r>
              <a:rPr lang="es-ES" err="1"/>
              <a:t>Screenshot</a:t>
            </a:r>
            <a:r>
              <a:rPr lang="es-ES"/>
              <a:t> </a:t>
            </a:r>
            <a:r>
              <a:rPr lang="es-ES" err="1"/>
              <a:t>for</a:t>
            </a:r>
            <a:r>
              <a:rPr lang="es-ES"/>
              <a:t> …</a:t>
            </a:r>
            <a:endParaRPr lang="en-US"/>
          </a:p>
        </p:txBody>
      </p:sp>
      <p:pic>
        <p:nvPicPr>
          <p:cNvPr id="5" name="Imagen 4">
            <a:extLst>
              <a:ext uri="{FF2B5EF4-FFF2-40B4-BE49-F238E27FC236}">
                <a16:creationId xmlns:a16="http://schemas.microsoft.com/office/drawing/2014/main" id="{020E99CA-83DB-8A36-A010-74A6995A18B7}"/>
              </a:ext>
            </a:extLst>
          </p:cNvPr>
          <p:cNvPicPr>
            <a:picLocks noChangeAspect="1"/>
          </p:cNvPicPr>
          <p:nvPr/>
        </p:nvPicPr>
        <p:blipFill>
          <a:blip r:embed="rId4">
            <a:extLst>
              <a:ext uri="{28A0092B-C50C-407E-A947-70E740481C1C}">
                <a14:useLocalDpi xmlns:a14="http://schemas.microsoft.com/office/drawing/2010/main" val="0"/>
              </a:ext>
            </a:extLst>
          </a:blip>
          <a:srcRect/>
          <a:stretch/>
        </p:blipFill>
        <p:spPr>
          <a:xfrm>
            <a:off x="744905" y="1687839"/>
            <a:ext cx="5541593" cy="4508620"/>
          </a:xfrm>
          <a:prstGeom prst="rect">
            <a:avLst/>
          </a:prstGeom>
        </p:spPr>
      </p:pic>
      <p:pic>
        <p:nvPicPr>
          <p:cNvPr id="6" name="Imagen 5">
            <a:extLst>
              <a:ext uri="{FF2B5EF4-FFF2-40B4-BE49-F238E27FC236}">
                <a16:creationId xmlns:a16="http://schemas.microsoft.com/office/drawing/2014/main" id="{CFA3EA8D-A3DC-EB0F-F79B-87EB5D75EB57}"/>
              </a:ext>
            </a:extLst>
          </p:cNvPr>
          <p:cNvPicPr>
            <a:picLocks noChangeAspect="1"/>
          </p:cNvPicPr>
          <p:nvPr/>
        </p:nvPicPr>
        <p:blipFill>
          <a:blip r:embed="rId5">
            <a:extLst>
              <a:ext uri="{28A0092B-C50C-407E-A947-70E740481C1C}">
                <a14:useLocalDpi xmlns:a14="http://schemas.microsoft.com/office/drawing/2010/main" val="0"/>
              </a:ext>
            </a:extLst>
          </a:blip>
          <a:srcRect l="15052" r="15052"/>
          <a:stretch/>
        </p:blipFill>
        <p:spPr>
          <a:xfrm>
            <a:off x="7217794" y="1344869"/>
            <a:ext cx="4187692" cy="4522846"/>
          </a:xfrm>
          <a:prstGeom prst="rect">
            <a:avLst/>
          </a:prstGeom>
        </p:spPr>
      </p:pic>
    </p:spTree>
    <p:extLst>
      <p:ext uri="{BB962C8B-B14F-4D97-AF65-F5344CB8AC3E}">
        <p14:creationId xmlns:p14="http://schemas.microsoft.com/office/powerpoint/2010/main" val="3007431446"/>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C7601A-DC8F-D930-D61C-7B577320F9C2}"/>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DD1B3F14-56C9-9E35-6F8C-1C4FFC23CDB8}"/>
              </a:ext>
            </a:extLst>
          </p:cNvPr>
          <p:cNvSpPr txBox="1">
            <a:spLocks noGrp="1"/>
          </p:cNvSpPr>
          <p:nvPr>
            <p:ph type="title"/>
          </p:nvPr>
        </p:nvSpPr>
        <p:spPr>
          <a:xfrm>
            <a:off x="685800" y="408883"/>
            <a:ext cx="10994410" cy="782265"/>
          </a:xfrm>
          <a:prstGeom prst="rect">
            <a:avLst/>
          </a:prstGeom>
        </p:spPr>
        <p:txBody>
          <a:bodyPr vert="horz" wrap="square" lIns="0" tIns="12700" rIns="0" bIns="0" rtlCol="0">
            <a:spAutoFit/>
          </a:bodyPr>
          <a:lstStyle/>
          <a:p>
            <a:pPr marL="12700" algn="l">
              <a:spcBef>
                <a:spcPts val="100"/>
              </a:spcBef>
            </a:pPr>
            <a:r>
              <a:rPr lang="en-US" sz="2500" dirty="0"/>
              <a:t>Learning outcome #4 – Notebook section 4. Exercises – Part c)</a:t>
            </a:r>
            <a:br>
              <a:rPr lang="en-US" sz="2500" dirty="0"/>
            </a:br>
            <a:endParaRPr sz="2500" b="0" i="1" dirty="0">
              <a:latin typeface="+mj-lt"/>
              <a:cs typeface="Lucida Sans"/>
            </a:endParaRPr>
          </a:p>
        </p:txBody>
      </p:sp>
      <p:pic>
        <p:nvPicPr>
          <p:cNvPr id="83" name="Gráfico 82">
            <a:extLst>
              <a:ext uri="{FF2B5EF4-FFF2-40B4-BE49-F238E27FC236}">
                <a16:creationId xmlns:a16="http://schemas.microsoft.com/office/drawing/2014/main" id="{A35138E5-8E74-622D-D25A-87EE2D546084}"/>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E182EE2B-9F37-659C-65EA-1E8FA4B053C6}"/>
              </a:ext>
            </a:extLst>
          </p:cNvPr>
          <p:cNvSpPr>
            <a:spLocks noGrp="1"/>
          </p:cNvSpPr>
          <p:nvPr>
            <p:ph type="sldNum" sz="quarter" idx="7"/>
          </p:nvPr>
        </p:nvSpPr>
        <p:spPr/>
        <p:txBody>
          <a:bodyPr/>
          <a:lstStyle/>
          <a:p>
            <a:fld id="{B6F15528-21DE-4FAA-801E-634DDDAF4B2B}" type="slidenum">
              <a:rPr lang="es-ES" smtClean="0"/>
              <a:t>26</a:t>
            </a:fld>
            <a:endParaRPr lang="es-ES"/>
          </a:p>
        </p:txBody>
      </p:sp>
      <p:sp>
        <p:nvSpPr>
          <p:cNvPr id="3" name="Marcador de pie de página 2">
            <a:extLst>
              <a:ext uri="{FF2B5EF4-FFF2-40B4-BE49-F238E27FC236}">
                <a16:creationId xmlns:a16="http://schemas.microsoft.com/office/drawing/2014/main" id="{CEB532FE-844A-EC00-AA13-58F55D80ECD7}"/>
              </a:ext>
            </a:extLst>
          </p:cNvPr>
          <p:cNvSpPr>
            <a:spLocks noGrp="1"/>
          </p:cNvSpPr>
          <p:nvPr>
            <p:ph type="ftr" sz="quarter" idx="5"/>
          </p:nvPr>
        </p:nvSpPr>
        <p:spPr/>
        <p:txBody>
          <a:bodyPr/>
          <a:lstStyle/>
          <a:p>
            <a:pPr marL="12700">
              <a:spcBef>
                <a:spcPts val="15"/>
              </a:spcBef>
            </a:pPr>
            <a:r>
              <a:rPr lang="es-ES" spc="-5"/>
              <a:t>LAB 4.0. LAYOUT</a:t>
            </a:r>
          </a:p>
        </p:txBody>
      </p:sp>
      <p:sp>
        <p:nvSpPr>
          <p:cNvPr id="2" name="CuadroTexto 1">
            <a:extLst>
              <a:ext uri="{FF2B5EF4-FFF2-40B4-BE49-F238E27FC236}">
                <a16:creationId xmlns:a16="http://schemas.microsoft.com/office/drawing/2014/main" id="{CDA54699-90AE-0D74-7B49-D245BAB308C7}"/>
              </a:ext>
            </a:extLst>
          </p:cNvPr>
          <p:cNvSpPr txBox="1"/>
          <p:nvPr/>
        </p:nvSpPr>
        <p:spPr>
          <a:xfrm>
            <a:off x="685800" y="1271728"/>
            <a:ext cx="6409574" cy="4900471"/>
          </a:xfrm>
          <a:prstGeom prst="rect">
            <a:avLst/>
          </a:prstGeom>
          <a:solidFill>
            <a:schemeClr val="bg1">
              <a:lumMod val="95000"/>
            </a:schemeClr>
          </a:solidFill>
          <a:ln w="28575">
            <a:solidFill>
              <a:srgbClr val="E0700D"/>
            </a:solidFill>
          </a:ln>
        </p:spPr>
        <p:txBody>
          <a:bodyPr wrap="square" rtlCol="0">
            <a:noAutofit/>
          </a:bodyPr>
          <a:lstStyle/>
          <a:p>
            <a:pPr algn="just"/>
            <a:r>
              <a:rPr lang="en-US" sz="1200" b="1" dirty="0">
                <a:latin typeface="Arial" panose="020B0604020202020204" pitchFamily="34" charset="0"/>
                <a:cs typeface="Arial" panose="020B0604020202020204" pitchFamily="34" charset="0"/>
              </a:rPr>
              <a:t>Código python para</a:t>
            </a:r>
          </a:p>
          <a:p>
            <a:pPr algn="just"/>
            <a:r>
              <a:rPr lang="en-US" sz="1200" dirty="0">
                <a:latin typeface="Arial" panose="020B0604020202020204" pitchFamily="34" charset="0"/>
                <a:cs typeface="Arial" panose="020B0604020202020204" pitchFamily="34" charset="0"/>
              </a:rPr>
              <a:t>- Make an instance of the die as host component for your layout</a:t>
            </a:r>
          </a:p>
          <a:p>
            <a:pPr algn="just"/>
            <a:r>
              <a:rPr lang="en-US" sz="1200" dirty="0">
                <a:latin typeface="Arial" panose="020B0604020202020204" pitchFamily="34" charset="0"/>
                <a:cs typeface="Arial" panose="020B0604020202020204" pitchFamily="34" charset="0"/>
              </a:rPr>
              <a:t>- Add 3 sets of 3 straight waveguides, from left to right of the die, top, middle and bottom of the die</a:t>
            </a:r>
          </a:p>
        </p:txBody>
      </p:sp>
      <p:sp>
        <p:nvSpPr>
          <p:cNvPr id="8" name="Rectángulo 7">
            <a:extLst>
              <a:ext uri="{FF2B5EF4-FFF2-40B4-BE49-F238E27FC236}">
                <a16:creationId xmlns:a16="http://schemas.microsoft.com/office/drawing/2014/main" id="{EF6C286E-8F18-E4ED-AC9B-40AADDDAD962}"/>
              </a:ext>
            </a:extLst>
          </p:cNvPr>
          <p:cNvSpPr/>
          <p:nvPr/>
        </p:nvSpPr>
        <p:spPr>
          <a:xfrm>
            <a:off x="7440706" y="990285"/>
            <a:ext cx="4446493" cy="5181600"/>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CuadroTexto 8">
            <a:extLst>
              <a:ext uri="{FF2B5EF4-FFF2-40B4-BE49-F238E27FC236}">
                <a16:creationId xmlns:a16="http://schemas.microsoft.com/office/drawing/2014/main" id="{C6BAC088-912C-D005-CE86-5CCC7703D850}"/>
              </a:ext>
            </a:extLst>
          </p:cNvPr>
          <p:cNvSpPr txBox="1"/>
          <p:nvPr/>
        </p:nvSpPr>
        <p:spPr>
          <a:xfrm>
            <a:off x="8180318" y="3105834"/>
            <a:ext cx="1774973" cy="369332"/>
          </a:xfrm>
          <a:prstGeom prst="rect">
            <a:avLst/>
          </a:prstGeom>
          <a:noFill/>
        </p:spPr>
        <p:txBody>
          <a:bodyPr wrap="none" rtlCol="0">
            <a:spAutoFit/>
          </a:bodyPr>
          <a:lstStyle/>
          <a:p>
            <a:pPr algn="ctr"/>
            <a:r>
              <a:rPr lang="es-ES" dirty="0" err="1"/>
              <a:t>Screenshot</a:t>
            </a:r>
            <a:r>
              <a:rPr lang="es-ES" dirty="0"/>
              <a:t> </a:t>
            </a:r>
            <a:r>
              <a:rPr lang="es-ES" dirty="0" err="1"/>
              <a:t>for</a:t>
            </a:r>
            <a:r>
              <a:rPr lang="es-ES" dirty="0"/>
              <a:t> …</a:t>
            </a:r>
            <a:endParaRPr lang="en-US" dirty="0"/>
          </a:p>
        </p:txBody>
      </p:sp>
      <p:pic>
        <p:nvPicPr>
          <p:cNvPr id="5" name="Imagen 4">
            <a:extLst>
              <a:ext uri="{FF2B5EF4-FFF2-40B4-BE49-F238E27FC236}">
                <a16:creationId xmlns:a16="http://schemas.microsoft.com/office/drawing/2014/main" id="{1DF1CE3B-0209-FF81-D669-6ED24856D4AC}"/>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837438" y="2251463"/>
            <a:ext cx="6106297" cy="3429000"/>
          </a:xfrm>
          <a:prstGeom prst="rect">
            <a:avLst/>
          </a:prstGeom>
        </p:spPr>
      </p:pic>
      <p:pic>
        <p:nvPicPr>
          <p:cNvPr id="7" name="Imagen 6">
            <a:extLst>
              <a:ext uri="{FF2B5EF4-FFF2-40B4-BE49-F238E27FC236}">
                <a16:creationId xmlns:a16="http://schemas.microsoft.com/office/drawing/2014/main" id="{616077F7-03A1-608E-AAD7-4507100343C4}"/>
              </a:ext>
            </a:extLst>
          </p:cNvPr>
          <p:cNvPicPr>
            <a:picLocks noChangeAspect="1"/>
          </p:cNvPicPr>
          <p:nvPr/>
        </p:nvPicPr>
        <p:blipFill>
          <a:blip r:embed="rId5">
            <a:extLst>
              <a:ext uri="{28A0092B-C50C-407E-A947-70E740481C1C}">
                <a14:useLocalDpi xmlns:a14="http://schemas.microsoft.com/office/drawing/2010/main" val="0"/>
              </a:ext>
            </a:extLst>
          </a:blip>
          <a:srcRect/>
          <a:stretch/>
        </p:blipFill>
        <p:spPr>
          <a:xfrm>
            <a:off x="7536982" y="1191148"/>
            <a:ext cx="4143228" cy="4489315"/>
          </a:xfrm>
          <a:prstGeom prst="rect">
            <a:avLst/>
          </a:prstGeom>
        </p:spPr>
      </p:pic>
    </p:spTree>
    <p:extLst>
      <p:ext uri="{BB962C8B-B14F-4D97-AF65-F5344CB8AC3E}">
        <p14:creationId xmlns:p14="http://schemas.microsoft.com/office/powerpoint/2010/main" val="714812308"/>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FC58289-6CE9-4689-C176-1F1D994E7A64}"/>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DDC669E2-5ACE-DE18-06D2-1E4DE82C8147}"/>
              </a:ext>
            </a:extLst>
          </p:cNvPr>
          <p:cNvSpPr txBox="1">
            <a:spLocks noGrp="1"/>
          </p:cNvSpPr>
          <p:nvPr>
            <p:ph type="title"/>
          </p:nvPr>
        </p:nvSpPr>
        <p:spPr>
          <a:xfrm>
            <a:off x="685800" y="408883"/>
            <a:ext cx="10994410" cy="397545"/>
          </a:xfrm>
          <a:prstGeom prst="rect">
            <a:avLst/>
          </a:prstGeom>
        </p:spPr>
        <p:txBody>
          <a:bodyPr vert="horz" wrap="square" lIns="0" tIns="12700" rIns="0" bIns="0" rtlCol="0">
            <a:spAutoFit/>
          </a:bodyPr>
          <a:lstStyle/>
          <a:p>
            <a:pPr marL="12700" algn="l">
              <a:spcBef>
                <a:spcPts val="100"/>
              </a:spcBef>
            </a:pPr>
            <a:r>
              <a:rPr lang="en-US" sz="2500" dirty="0"/>
              <a:t>Learning outcome #4 – Notebook section 4. Exercises – Part c)</a:t>
            </a:r>
            <a:endParaRPr sz="2500" b="0" i="1" dirty="0">
              <a:latin typeface="+mj-lt"/>
              <a:cs typeface="Lucida Sans"/>
            </a:endParaRPr>
          </a:p>
        </p:txBody>
      </p:sp>
      <p:pic>
        <p:nvPicPr>
          <p:cNvPr id="83" name="Gráfico 82">
            <a:extLst>
              <a:ext uri="{FF2B5EF4-FFF2-40B4-BE49-F238E27FC236}">
                <a16:creationId xmlns:a16="http://schemas.microsoft.com/office/drawing/2014/main" id="{E9EEF0F8-AFB3-BA02-EFDE-7497B4DD0B7F}"/>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C584AF39-6A21-A0A3-2DFA-284FF9436F93}"/>
              </a:ext>
            </a:extLst>
          </p:cNvPr>
          <p:cNvSpPr>
            <a:spLocks noGrp="1"/>
          </p:cNvSpPr>
          <p:nvPr>
            <p:ph type="sldNum" sz="quarter" idx="7"/>
          </p:nvPr>
        </p:nvSpPr>
        <p:spPr/>
        <p:txBody>
          <a:bodyPr/>
          <a:lstStyle/>
          <a:p>
            <a:fld id="{B6F15528-21DE-4FAA-801E-634DDDAF4B2B}" type="slidenum">
              <a:rPr lang="es-ES" smtClean="0"/>
              <a:t>27</a:t>
            </a:fld>
            <a:endParaRPr lang="es-ES"/>
          </a:p>
        </p:txBody>
      </p:sp>
      <p:sp>
        <p:nvSpPr>
          <p:cNvPr id="3" name="Marcador de pie de página 2">
            <a:extLst>
              <a:ext uri="{FF2B5EF4-FFF2-40B4-BE49-F238E27FC236}">
                <a16:creationId xmlns:a16="http://schemas.microsoft.com/office/drawing/2014/main" id="{E3974BDE-662C-6423-2CD2-C5F531F51DC8}"/>
              </a:ext>
            </a:extLst>
          </p:cNvPr>
          <p:cNvSpPr>
            <a:spLocks noGrp="1"/>
          </p:cNvSpPr>
          <p:nvPr>
            <p:ph type="ftr" sz="quarter" idx="5"/>
          </p:nvPr>
        </p:nvSpPr>
        <p:spPr/>
        <p:txBody>
          <a:bodyPr/>
          <a:lstStyle/>
          <a:p>
            <a:pPr marL="12700">
              <a:spcBef>
                <a:spcPts val="15"/>
              </a:spcBef>
            </a:pPr>
            <a:r>
              <a:rPr lang="es-ES" spc="-5"/>
              <a:t>LAB 4.0. LAYOUT</a:t>
            </a:r>
          </a:p>
        </p:txBody>
      </p:sp>
      <p:sp>
        <p:nvSpPr>
          <p:cNvPr id="2" name="CuadroTexto 1">
            <a:extLst>
              <a:ext uri="{FF2B5EF4-FFF2-40B4-BE49-F238E27FC236}">
                <a16:creationId xmlns:a16="http://schemas.microsoft.com/office/drawing/2014/main" id="{18127A40-A487-C1D8-93EC-826FCF683BF4}"/>
              </a:ext>
            </a:extLst>
          </p:cNvPr>
          <p:cNvSpPr txBox="1"/>
          <p:nvPr/>
        </p:nvSpPr>
        <p:spPr>
          <a:xfrm>
            <a:off x="685800" y="990600"/>
            <a:ext cx="5410200" cy="5181600"/>
          </a:xfrm>
          <a:prstGeom prst="rect">
            <a:avLst/>
          </a:prstGeom>
          <a:solidFill>
            <a:schemeClr val="bg1">
              <a:lumMod val="95000"/>
            </a:schemeClr>
          </a:solidFill>
          <a:ln w="28575">
            <a:solidFill>
              <a:srgbClr val="E0700D"/>
            </a:solidFill>
          </a:ln>
        </p:spPr>
        <p:txBody>
          <a:bodyPr wrap="square" rtlCol="0">
            <a:noAutofit/>
          </a:bodyPr>
          <a:lstStyle/>
          <a:p>
            <a:pPr algn="just"/>
            <a:r>
              <a:rPr lang="en-US" sz="1200" b="1" dirty="0">
                <a:latin typeface="Arial" panose="020B0604020202020204" pitchFamily="34" charset="0"/>
                <a:cs typeface="Arial" panose="020B0604020202020204" pitchFamily="34" charset="0"/>
              </a:rPr>
              <a:t>Código python para</a:t>
            </a:r>
          </a:p>
          <a:p>
            <a:pPr algn="just"/>
            <a:r>
              <a:rPr lang="en-US" sz="1200" dirty="0">
                <a:latin typeface="Arial" panose="020B0604020202020204" pitchFamily="34" charset="0"/>
                <a:cs typeface="Arial" panose="020B0604020202020204" pitchFamily="34" charset="0"/>
              </a:rPr>
              <a:t>- Add 2 of each of the components above, with different lengths</a:t>
            </a:r>
          </a:p>
          <a:p>
            <a:pPr algn="just"/>
            <a:r>
              <a:rPr lang="en-US" sz="1200" dirty="0">
                <a:latin typeface="Arial" panose="020B0604020202020204" pitchFamily="34" charset="0"/>
                <a:cs typeface="Arial" panose="020B0604020202020204" pitchFamily="34" charset="0"/>
              </a:rPr>
              <a:t>- Connect all your components to the I/</a:t>
            </a:r>
            <a:r>
              <a:rPr lang="en-US" sz="1200" dirty="0" err="1">
                <a:latin typeface="Arial" panose="020B0604020202020204" pitchFamily="34" charset="0"/>
                <a:cs typeface="Arial" panose="020B0604020202020204" pitchFamily="34" charset="0"/>
              </a:rPr>
              <a:t>Os</a:t>
            </a:r>
            <a:r>
              <a:rPr lang="en-US" sz="1200" dirty="0">
                <a:latin typeface="Arial" panose="020B0604020202020204" pitchFamily="34" charset="0"/>
                <a:cs typeface="Arial" panose="020B0604020202020204" pitchFamily="34" charset="0"/>
              </a:rPr>
              <a:t> </a:t>
            </a:r>
          </a:p>
        </p:txBody>
      </p:sp>
      <p:sp>
        <p:nvSpPr>
          <p:cNvPr id="8" name="Rectángulo 7">
            <a:extLst>
              <a:ext uri="{FF2B5EF4-FFF2-40B4-BE49-F238E27FC236}">
                <a16:creationId xmlns:a16="http://schemas.microsoft.com/office/drawing/2014/main" id="{BE4A23C6-8601-B7C9-8072-E30929909230}"/>
              </a:ext>
            </a:extLst>
          </p:cNvPr>
          <p:cNvSpPr/>
          <p:nvPr/>
        </p:nvSpPr>
        <p:spPr>
          <a:xfrm>
            <a:off x="6248400" y="990285"/>
            <a:ext cx="5638799" cy="5181600"/>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Picture 4">
            <a:extLst>
              <a:ext uri="{FF2B5EF4-FFF2-40B4-BE49-F238E27FC236}">
                <a16:creationId xmlns:a16="http://schemas.microsoft.com/office/drawing/2014/main" id="{9174BCC8-36B1-3123-A57A-0F8F20C658D3}"/>
              </a:ext>
            </a:extLst>
          </p:cNvPr>
          <p:cNvPicPr>
            <a:picLocks noChangeAspect="1"/>
          </p:cNvPicPr>
          <p:nvPr/>
        </p:nvPicPr>
        <p:blipFill>
          <a:blip r:embed="rId4"/>
          <a:stretch>
            <a:fillRect/>
          </a:stretch>
        </p:blipFill>
        <p:spPr>
          <a:xfrm>
            <a:off x="830274" y="2239027"/>
            <a:ext cx="5045052" cy="3014536"/>
          </a:xfrm>
          <a:prstGeom prst="rect">
            <a:avLst/>
          </a:prstGeom>
        </p:spPr>
      </p:pic>
      <p:pic>
        <p:nvPicPr>
          <p:cNvPr id="7" name="Picture 6">
            <a:extLst>
              <a:ext uri="{FF2B5EF4-FFF2-40B4-BE49-F238E27FC236}">
                <a16:creationId xmlns:a16="http://schemas.microsoft.com/office/drawing/2014/main" id="{0E37D82A-BCA8-27E6-193F-BFEA997DE708}"/>
              </a:ext>
            </a:extLst>
          </p:cNvPr>
          <p:cNvPicPr>
            <a:picLocks noChangeAspect="1"/>
          </p:cNvPicPr>
          <p:nvPr/>
        </p:nvPicPr>
        <p:blipFill>
          <a:blip r:embed="rId5"/>
          <a:stretch>
            <a:fillRect/>
          </a:stretch>
        </p:blipFill>
        <p:spPr>
          <a:xfrm>
            <a:off x="6289000" y="2320618"/>
            <a:ext cx="5557598" cy="2932945"/>
          </a:xfrm>
          <a:prstGeom prst="rect">
            <a:avLst/>
          </a:prstGeom>
        </p:spPr>
      </p:pic>
    </p:spTree>
    <p:extLst>
      <p:ext uri="{BB962C8B-B14F-4D97-AF65-F5344CB8AC3E}">
        <p14:creationId xmlns:p14="http://schemas.microsoft.com/office/powerpoint/2010/main" val="3098289711"/>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42CBF68-F8DC-76C7-CDBE-ED99AECF732B}"/>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46CE3CD2-1DD4-8235-11FF-D440C796CEED}"/>
              </a:ext>
            </a:extLst>
          </p:cNvPr>
          <p:cNvSpPr txBox="1">
            <a:spLocks noGrp="1"/>
          </p:cNvSpPr>
          <p:nvPr>
            <p:ph type="title"/>
          </p:nvPr>
        </p:nvSpPr>
        <p:spPr>
          <a:xfrm>
            <a:off x="685800" y="408883"/>
            <a:ext cx="10994410" cy="397545"/>
          </a:xfrm>
          <a:prstGeom prst="rect">
            <a:avLst/>
          </a:prstGeom>
        </p:spPr>
        <p:txBody>
          <a:bodyPr vert="horz" wrap="square" lIns="0" tIns="12700" rIns="0" bIns="0" rtlCol="0">
            <a:spAutoFit/>
          </a:bodyPr>
          <a:lstStyle/>
          <a:p>
            <a:pPr marL="12700" algn="l">
              <a:spcBef>
                <a:spcPts val="100"/>
              </a:spcBef>
            </a:pPr>
            <a:r>
              <a:rPr lang="en-US" sz="2500" dirty="0"/>
              <a:t>Learning outcome #4 – Notebook section 4. Exercises – Part c)</a:t>
            </a:r>
            <a:endParaRPr sz="2500" b="0" i="1" dirty="0">
              <a:latin typeface="+mj-lt"/>
              <a:cs typeface="Lucida Sans"/>
            </a:endParaRPr>
          </a:p>
        </p:txBody>
      </p:sp>
      <p:pic>
        <p:nvPicPr>
          <p:cNvPr id="83" name="Gráfico 82">
            <a:extLst>
              <a:ext uri="{FF2B5EF4-FFF2-40B4-BE49-F238E27FC236}">
                <a16:creationId xmlns:a16="http://schemas.microsoft.com/office/drawing/2014/main" id="{4ECD3789-4D69-6803-3185-D3A8B032685C}"/>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C6653D3A-1C92-F248-27C3-DC8BA744C274}"/>
              </a:ext>
            </a:extLst>
          </p:cNvPr>
          <p:cNvSpPr>
            <a:spLocks noGrp="1"/>
          </p:cNvSpPr>
          <p:nvPr>
            <p:ph type="sldNum" sz="quarter" idx="7"/>
          </p:nvPr>
        </p:nvSpPr>
        <p:spPr/>
        <p:txBody>
          <a:bodyPr/>
          <a:lstStyle/>
          <a:p>
            <a:fld id="{B6F15528-21DE-4FAA-801E-634DDDAF4B2B}" type="slidenum">
              <a:rPr lang="es-ES" smtClean="0"/>
              <a:t>28</a:t>
            </a:fld>
            <a:endParaRPr lang="es-ES"/>
          </a:p>
        </p:txBody>
      </p:sp>
      <p:sp>
        <p:nvSpPr>
          <p:cNvPr id="3" name="Marcador de pie de página 2">
            <a:extLst>
              <a:ext uri="{FF2B5EF4-FFF2-40B4-BE49-F238E27FC236}">
                <a16:creationId xmlns:a16="http://schemas.microsoft.com/office/drawing/2014/main" id="{5CE1B23D-C722-C4E7-3EB9-27F1B7B4DAC6}"/>
              </a:ext>
            </a:extLst>
          </p:cNvPr>
          <p:cNvSpPr>
            <a:spLocks noGrp="1"/>
          </p:cNvSpPr>
          <p:nvPr>
            <p:ph type="ftr" sz="quarter" idx="5"/>
          </p:nvPr>
        </p:nvSpPr>
        <p:spPr/>
        <p:txBody>
          <a:bodyPr/>
          <a:lstStyle/>
          <a:p>
            <a:pPr marL="12700">
              <a:spcBef>
                <a:spcPts val="15"/>
              </a:spcBef>
            </a:pPr>
            <a:r>
              <a:rPr lang="es-ES" spc="-5"/>
              <a:t>LAB 4.0. LAYOUT</a:t>
            </a:r>
          </a:p>
        </p:txBody>
      </p:sp>
      <p:sp>
        <p:nvSpPr>
          <p:cNvPr id="2" name="CuadroTexto 1">
            <a:extLst>
              <a:ext uri="{FF2B5EF4-FFF2-40B4-BE49-F238E27FC236}">
                <a16:creationId xmlns:a16="http://schemas.microsoft.com/office/drawing/2014/main" id="{CED33C91-B188-EE07-1F6A-E5708F368035}"/>
              </a:ext>
            </a:extLst>
          </p:cNvPr>
          <p:cNvSpPr txBox="1"/>
          <p:nvPr/>
        </p:nvSpPr>
        <p:spPr>
          <a:xfrm>
            <a:off x="685800" y="990600"/>
            <a:ext cx="5410200" cy="5181600"/>
          </a:xfrm>
          <a:prstGeom prst="rect">
            <a:avLst/>
          </a:prstGeom>
          <a:solidFill>
            <a:schemeClr val="bg1">
              <a:lumMod val="95000"/>
            </a:schemeClr>
          </a:solidFill>
          <a:ln w="28575">
            <a:solidFill>
              <a:srgbClr val="E0700D"/>
            </a:solidFill>
          </a:ln>
        </p:spPr>
        <p:txBody>
          <a:bodyPr wrap="square" rtlCol="0">
            <a:noAutofit/>
          </a:bodyPr>
          <a:lstStyle/>
          <a:p>
            <a:pPr algn="just"/>
            <a:r>
              <a:rPr lang="en-US" sz="1200" b="1" dirty="0">
                <a:latin typeface="Arial" panose="020B0604020202020204" pitchFamily="34" charset="0"/>
                <a:cs typeface="Arial" panose="020B0604020202020204" pitchFamily="34" charset="0"/>
              </a:rPr>
              <a:t>Código python para</a:t>
            </a:r>
          </a:p>
          <a:p>
            <a:pPr algn="just"/>
            <a:r>
              <a:rPr lang="en-US" sz="1200" dirty="0">
                <a:latin typeface="Arial" panose="020B0604020202020204" pitchFamily="34" charset="0"/>
                <a:cs typeface="Arial" panose="020B0604020202020204" pitchFamily="34" charset="0"/>
              </a:rPr>
              <a:t>- Add 2 of each of the components above, with different lengths</a:t>
            </a:r>
          </a:p>
          <a:p>
            <a:pPr algn="just"/>
            <a:r>
              <a:rPr lang="en-US" sz="1200" dirty="0">
                <a:latin typeface="Arial" panose="020B0604020202020204" pitchFamily="34" charset="0"/>
                <a:cs typeface="Arial" panose="020B0604020202020204" pitchFamily="34" charset="0"/>
              </a:rPr>
              <a:t>- Connect all your components to the I/</a:t>
            </a:r>
            <a:r>
              <a:rPr lang="en-US" sz="1200" dirty="0" err="1">
                <a:latin typeface="Arial" panose="020B0604020202020204" pitchFamily="34" charset="0"/>
                <a:cs typeface="Arial" panose="020B0604020202020204" pitchFamily="34" charset="0"/>
              </a:rPr>
              <a:t>Os</a:t>
            </a:r>
            <a:r>
              <a:rPr lang="en-US" sz="1200" dirty="0">
                <a:latin typeface="Arial" panose="020B0604020202020204" pitchFamily="34" charset="0"/>
                <a:cs typeface="Arial" panose="020B0604020202020204" pitchFamily="34" charset="0"/>
              </a:rPr>
              <a:t> </a:t>
            </a:r>
          </a:p>
        </p:txBody>
      </p:sp>
      <p:sp>
        <p:nvSpPr>
          <p:cNvPr id="8" name="Rectángulo 7">
            <a:extLst>
              <a:ext uri="{FF2B5EF4-FFF2-40B4-BE49-F238E27FC236}">
                <a16:creationId xmlns:a16="http://schemas.microsoft.com/office/drawing/2014/main" id="{D87EAA63-4D9A-E364-8D82-B1762F2BB17F}"/>
              </a:ext>
            </a:extLst>
          </p:cNvPr>
          <p:cNvSpPr/>
          <p:nvPr/>
        </p:nvSpPr>
        <p:spPr>
          <a:xfrm>
            <a:off x="6248400" y="990285"/>
            <a:ext cx="5638799" cy="5181600"/>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Picture 4">
            <a:extLst>
              <a:ext uri="{FF2B5EF4-FFF2-40B4-BE49-F238E27FC236}">
                <a16:creationId xmlns:a16="http://schemas.microsoft.com/office/drawing/2014/main" id="{8E7D555D-9AA9-D987-17AA-BBAAFBF6005E}"/>
              </a:ext>
            </a:extLst>
          </p:cNvPr>
          <p:cNvPicPr>
            <a:picLocks noChangeAspect="1"/>
          </p:cNvPicPr>
          <p:nvPr/>
        </p:nvPicPr>
        <p:blipFill>
          <a:blip r:embed="rId4"/>
          <a:stretch>
            <a:fillRect/>
          </a:stretch>
        </p:blipFill>
        <p:spPr>
          <a:xfrm>
            <a:off x="876300" y="2240015"/>
            <a:ext cx="5029200" cy="2783456"/>
          </a:xfrm>
          <a:prstGeom prst="rect">
            <a:avLst/>
          </a:prstGeom>
        </p:spPr>
      </p:pic>
      <p:pic>
        <p:nvPicPr>
          <p:cNvPr id="7" name="Picture 6">
            <a:extLst>
              <a:ext uri="{FF2B5EF4-FFF2-40B4-BE49-F238E27FC236}">
                <a16:creationId xmlns:a16="http://schemas.microsoft.com/office/drawing/2014/main" id="{15C92D75-DCF5-7FF7-1711-3A8D6F335C91}"/>
              </a:ext>
            </a:extLst>
          </p:cNvPr>
          <p:cNvPicPr>
            <a:picLocks noChangeAspect="1"/>
          </p:cNvPicPr>
          <p:nvPr/>
        </p:nvPicPr>
        <p:blipFill>
          <a:blip r:embed="rId5"/>
          <a:stretch>
            <a:fillRect/>
          </a:stretch>
        </p:blipFill>
        <p:spPr>
          <a:xfrm>
            <a:off x="6537276" y="2250307"/>
            <a:ext cx="4968924" cy="2773164"/>
          </a:xfrm>
          <a:prstGeom prst="rect">
            <a:avLst/>
          </a:prstGeom>
        </p:spPr>
      </p:pic>
    </p:spTree>
    <p:extLst>
      <p:ext uri="{BB962C8B-B14F-4D97-AF65-F5344CB8AC3E}">
        <p14:creationId xmlns:p14="http://schemas.microsoft.com/office/powerpoint/2010/main" val="1679278964"/>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7037EB1-7041-C6F7-03AA-E96B170615CD}"/>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59B59E37-FB3D-4B30-E6D5-B30E4737E5CD}"/>
              </a:ext>
            </a:extLst>
          </p:cNvPr>
          <p:cNvSpPr txBox="1">
            <a:spLocks noGrp="1"/>
          </p:cNvSpPr>
          <p:nvPr>
            <p:ph type="title"/>
          </p:nvPr>
        </p:nvSpPr>
        <p:spPr>
          <a:xfrm>
            <a:off x="685800" y="408883"/>
            <a:ext cx="10994410" cy="782265"/>
          </a:xfrm>
          <a:prstGeom prst="rect">
            <a:avLst/>
          </a:prstGeom>
        </p:spPr>
        <p:txBody>
          <a:bodyPr vert="horz" wrap="square" lIns="0" tIns="12700" rIns="0" bIns="0" rtlCol="0">
            <a:spAutoFit/>
          </a:bodyPr>
          <a:lstStyle/>
          <a:p>
            <a:pPr marL="12700" algn="l">
              <a:spcBef>
                <a:spcPts val="100"/>
              </a:spcBef>
            </a:pPr>
            <a:r>
              <a:rPr lang="en-US" sz="2500" dirty="0"/>
              <a:t>Learning outcome #4 – Notebook section 4. Exercises – Part c)</a:t>
            </a:r>
            <a:br>
              <a:rPr lang="en-US" sz="2500" dirty="0"/>
            </a:br>
            <a:endParaRPr sz="2500" b="0" i="1" dirty="0">
              <a:latin typeface="+mj-lt"/>
              <a:cs typeface="Lucida Sans"/>
            </a:endParaRPr>
          </a:p>
        </p:txBody>
      </p:sp>
      <p:pic>
        <p:nvPicPr>
          <p:cNvPr id="83" name="Gráfico 82">
            <a:extLst>
              <a:ext uri="{FF2B5EF4-FFF2-40B4-BE49-F238E27FC236}">
                <a16:creationId xmlns:a16="http://schemas.microsoft.com/office/drawing/2014/main" id="{97825657-7507-1ABC-9749-EEC8B6FBB5A7}"/>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EF29044A-E7EF-8309-4974-131C1D9D67A9}"/>
              </a:ext>
            </a:extLst>
          </p:cNvPr>
          <p:cNvSpPr>
            <a:spLocks noGrp="1"/>
          </p:cNvSpPr>
          <p:nvPr>
            <p:ph type="sldNum" sz="quarter" idx="7"/>
          </p:nvPr>
        </p:nvSpPr>
        <p:spPr/>
        <p:txBody>
          <a:bodyPr/>
          <a:lstStyle/>
          <a:p>
            <a:fld id="{B6F15528-21DE-4FAA-801E-634DDDAF4B2B}" type="slidenum">
              <a:rPr lang="es-ES" smtClean="0"/>
              <a:t>29</a:t>
            </a:fld>
            <a:endParaRPr lang="es-ES"/>
          </a:p>
        </p:txBody>
      </p:sp>
      <p:sp>
        <p:nvSpPr>
          <p:cNvPr id="3" name="Marcador de pie de página 2">
            <a:extLst>
              <a:ext uri="{FF2B5EF4-FFF2-40B4-BE49-F238E27FC236}">
                <a16:creationId xmlns:a16="http://schemas.microsoft.com/office/drawing/2014/main" id="{9EC2C334-1461-A852-05D8-CF7AD7E318B7}"/>
              </a:ext>
            </a:extLst>
          </p:cNvPr>
          <p:cNvSpPr>
            <a:spLocks noGrp="1"/>
          </p:cNvSpPr>
          <p:nvPr>
            <p:ph type="ftr" sz="quarter" idx="5"/>
          </p:nvPr>
        </p:nvSpPr>
        <p:spPr/>
        <p:txBody>
          <a:bodyPr/>
          <a:lstStyle/>
          <a:p>
            <a:pPr marL="12700">
              <a:spcBef>
                <a:spcPts val="15"/>
              </a:spcBef>
            </a:pPr>
            <a:r>
              <a:rPr lang="es-ES" spc="-5"/>
              <a:t>LAB 4.0. LAYOUT</a:t>
            </a:r>
          </a:p>
        </p:txBody>
      </p:sp>
      <p:sp>
        <p:nvSpPr>
          <p:cNvPr id="2" name="CuadroTexto 1">
            <a:extLst>
              <a:ext uri="{FF2B5EF4-FFF2-40B4-BE49-F238E27FC236}">
                <a16:creationId xmlns:a16="http://schemas.microsoft.com/office/drawing/2014/main" id="{7165C315-0CFE-AEA4-0C63-52EDA592270F}"/>
              </a:ext>
            </a:extLst>
          </p:cNvPr>
          <p:cNvSpPr txBox="1"/>
          <p:nvPr/>
        </p:nvSpPr>
        <p:spPr>
          <a:xfrm>
            <a:off x="685800" y="990600"/>
            <a:ext cx="5410200" cy="5181600"/>
          </a:xfrm>
          <a:prstGeom prst="rect">
            <a:avLst/>
          </a:prstGeom>
          <a:solidFill>
            <a:schemeClr val="bg1">
              <a:lumMod val="95000"/>
            </a:schemeClr>
          </a:solidFill>
          <a:ln w="28575">
            <a:solidFill>
              <a:srgbClr val="E0700D"/>
            </a:solidFill>
          </a:ln>
        </p:spPr>
        <p:txBody>
          <a:bodyPr wrap="square" rtlCol="0">
            <a:noAutofit/>
          </a:bodyPr>
          <a:lstStyle/>
          <a:p>
            <a:pPr algn="just"/>
            <a:r>
              <a:rPr lang="en-US" sz="1200" b="1" dirty="0">
                <a:latin typeface="Arial" panose="020B0604020202020204" pitchFamily="34" charset="0"/>
                <a:cs typeface="Arial" panose="020B0604020202020204" pitchFamily="34" charset="0"/>
              </a:rPr>
              <a:t>Código python para</a:t>
            </a:r>
          </a:p>
          <a:p>
            <a:pPr algn="just"/>
            <a:r>
              <a:rPr lang="en-US" sz="1200" dirty="0">
                <a:latin typeface="Arial" panose="020B0604020202020204" pitchFamily="34" charset="0"/>
                <a:cs typeface="Arial" panose="020B0604020202020204" pitchFamily="34" charset="0"/>
              </a:rPr>
              <a:t>- Add 2 of each of the components above, with different lengths</a:t>
            </a:r>
          </a:p>
          <a:p>
            <a:pPr algn="just"/>
            <a:r>
              <a:rPr lang="en-US" sz="1200" dirty="0">
                <a:latin typeface="Arial" panose="020B0604020202020204" pitchFamily="34" charset="0"/>
                <a:cs typeface="Arial" panose="020B0604020202020204" pitchFamily="34" charset="0"/>
              </a:rPr>
              <a:t>- Connect all your components to the I/</a:t>
            </a:r>
            <a:r>
              <a:rPr lang="en-US" sz="1200" dirty="0" err="1">
                <a:latin typeface="Arial" panose="020B0604020202020204" pitchFamily="34" charset="0"/>
                <a:cs typeface="Arial" panose="020B0604020202020204" pitchFamily="34" charset="0"/>
              </a:rPr>
              <a:t>Os</a:t>
            </a:r>
            <a:r>
              <a:rPr lang="en-US" sz="1200" dirty="0">
                <a:latin typeface="Arial" panose="020B0604020202020204" pitchFamily="34" charset="0"/>
                <a:cs typeface="Arial" panose="020B0604020202020204" pitchFamily="34" charset="0"/>
              </a:rPr>
              <a:t> </a:t>
            </a:r>
          </a:p>
        </p:txBody>
      </p:sp>
      <p:sp>
        <p:nvSpPr>
          <p:cNvPr id="8" name="Rectángulo 7">
            <a:extLst>
              <a:ext uri="{FF2B5EF4-FFF2-40B4-BE49-F238E27FC236}">
                <a16:creationId xmlns:a16="http://schemas.microsoft.com/office/drawing/2014/main" id="{42286980-5152-0FF1-4181-D6E9FF9678A6}"/>
              </a:ext>
            </a:extLst>
          </p:cNvPr>
          <p:cNvSpPr/>
          <p:nvPr/>
        </p:nvSpPr>
        <p:spPr>
          <a:xfrm>
            <a:off x="6248400" y="990285"/>
            <a:ext cx="5638799" cy="5181600"/>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CuadroTexto 8">
            <a:extLst>
              <a:ext uri="{FF2B5EF4-FFF2-40B4-BE49-F238E27FC236}">
                <a16:creationId xmlns:a16="http://schemas.microsoft.com/office/drawing/2014/main" id="{B97F054C-A59B-AF63-374F-1DB742BB3618}"/>
              </a:ext>
            </a:extLst>
          </p:cNvPr>
          <p:cNvSpPr txBox="1"/>
          <p:nvPr/>
        </p:nvSpPr>
        <p:spPr>
          <a:xfrm>
            <a:off x="8180318" y="3105834"/>
            <a:ext cx="1774973" cy="369332"/>
          </a:xfrm>
          <a:prstGeom prst="rect">
            <a:avLst/>
          </a:prstGeom>
          <a:noFill/>
        </p:spPr>
        <p:txBody>
          <a:bodyPr wrap="none" rtlCol="0">
            <a:spAutoFit/>
          </a:bodyPr>
          <a:lstStyle/>
          <a:p>
            <a:pPr algn="ctr"/>
            <a:r>
              <a:rPr lang="es-ES" dirty="0" err="1"/>
              <a:t>Screenshot</a:t>
            </a:r>
            <a:r>
              <a:rPr lang="es-ES" dirty="0"/>
              <a:t> </a:t>
            </a:r>
            <a:r>
              <a:rPr lang="es-ES" dirty="0" err="1"/>
              <a:t>for</a:t>
            </a:r>
            <a:r>
              <a:rPr lang="es-ES" dirty="0"/>
              <a:t> …</a:t>
            </a:r>
            <a:endParaRPr lang="en-US" dirty="0"/>
          </a:p>
        </p:txBody>
      </p:sp>
      <p:pic>
        <p:nvPicPr>
          <p:cNvPr id="6" name="Imagen 5">
            <a:extLst>
              <a:ext uri="{FF2B5EF4-FFF2-40B4-BE49-F238E27FC236}">
                <a16:creationId xmlns:a16="http://schemas.microsoft.com/office/drawing/2014/main" id="{99BD4D9D-4752-C425-E236-9BBFBAFA36EB}"/>
              </a:ext>
            </a:extLst>
          </p:cNvPr>
          <p:cNvPicPr>
            <a:picLocks noChangeAspect="1"/>
          </p:cNvPicPr>
          <p:nvPr/>
        </p:nvPicPr>
        <p:blipFill>
          <a:blip r:embed="rId4">
            <a:extLst>
              <a:ext uri="{28A0092B-C50C-407E-A947-70E740481C1C}">
                <a14:useLocalDpi xmlns:a14="http://schemas.microsoft.com/office/drawing/2010/main" val="0"/>
              </a:ext>
            </a:extLst>
          </a:blip>
          <a:srcRect l="23028" r="23028"/>
          <a:stretch/>
        </p:blipFill>
        <p:spPr>
          <a:xfrm>
            <a:off x="7128857" y="1072718"/>
            <a:ext cx="3584863" cy="5016734"/>
          </a:xfrm>
          <a:prstGeom prst="rect">
            <a:avLst/>
          </a:prstGeom>
        </p:spPr>
      </p:pic>
      <p:pic>
        <p:nvPicPr>
          <p:cNvPr id="10" name="Imagen 9">
            <a:extLst>
              <a:ext uri="{FF2B5EF4-FFF2-40B4-BE49-F238E27FC236}">
                <a16:creationId xmlns:a16="http://schemas.microsoft.com/office/drawing/2014/main" id="{9945119E-0CC6-0406-DE32-0A29EE1FB0F0}"/>
              </a:ext>
            </a:extLst>
          </p:cNvPr>
          <p:cNvPicPr>
            <a:picLocks noChangeAspect="1"/>
          </p:cNvPicPr>
          <p:nvPr/>
        </p:nvPicPr>
        <p:blipFill>
          <a:blip r:embed="rId5">
            <a:extLst>
              <a:ext uri="{28A0092B-C50C-407E-A947-70E740481C1C}">
                <a14:useLocalDpi xmlns:a14="http://schemas.microsoft.com/office/drawing/2010/main" val="0"/>
              </a:ext>
            </a:extLst>
          </a:blip>
          <a:srcRect/>
          <a:stretch/>
        </p:blipFill>
        <p:spPr>
          <a:xfrm>
            <a:off x="774016" y="1759726"/>
            <a:ext cx="5019341" cy="2878740"/>
          </a:xfrm>
          <a:prstGeom prst="rect">
            <a:avLst/>
          </a:prstGeom>
        </p:spPr>
      </p:pic>
    </p:spTree>
    <p:extLst>
      <p:ext uri="{BB962C8B-B14F-4D97-AF65-F5344CB8AC3E}">
        <p14:creationId xmlns:p14="http://schemas.microsoft.com/office/powerpoint/2010/main" val="3870534614"/>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object 3"/>
          <p:cNvSpPr/>
          <p:nvPr/>
        </p:nvSpPr>
        <p:spPr>
          <a:xfrm>
            <a:off x="3945635" y="2636520"/>
            <a:ext cx="8246363" cy="1584959"/>
          </a:xfrm>
          <a:prstGeom prst="rect">
            <a:avLst/>
          </a:prstGeom>
          <a:blipFill>
            <a:blip r:embed="rId2" cstate="print"/>
            <a:stretch>
              <a:fillRect/>
            </a:stretch>
          </a:blipFill>
        </p:spPr>
        <p:txBody>
          <a:bodyPr wrap="square" lIns="0" tIns="0" rIns="0" bIns="0" rtlCol="0"/>
          <a:lstStyle/>
          <a:p>
            <a:endParaRPr/>
          </a:p>
        </p:txBody>
      </p:sp>
      <p:sp>
        <p:nvSpPr>
          <p:cNvPr id="4" name="object 4"/>
          <p:cNvSpPr txBox="1">
            <a:spLocks noGrp="1"/>
          </p:cNvSpPr>
          <p:nvPr>
            <p:ph type="title"/>
          </p:nvPr>
        </p:nvSpPr>
        <p:spPr>
          <a:xfrm>
            <a:off x="4513326" y="3165729"/>
            <a:ext cx="2233295" cy="513715"/>
          </a:xfrm>
          <a:prstGeom prst="rect">
            <a:avLst/>
          </a:prstGeom>
        </p:spPr>
        <p:txBody>
          <a:bodyPr vert="horz" wrap="square" lIns="0" tIns="13335" rIns="0" bIns="0" rtlCol="0">
            <a:spAutoFit/>
          </a:bodyPr>
          <a:lstStyle/>
          <a:p>
            <a:pPr marL="12700">
              <a:lnSpc>
                <a:spcPct val="100000"/>
              </a:lnSpc>
              <a:spcBef>
                <a:spcPts val="105"/>
              </a:spcBef>
            </a:pPr>
            <a:r>
              <a:rPr sz="3200" b="1" spc="-5" dirty="0">
                <a:solidFill>
                  <a:srgbClr val="FFFFFF"/>
                </a:solidFill>
                <a:latin typeface="Lucida Sans"/>
                <a:cs typeface="Lucida Sans"/>
              </a:rPr>
              <a:t>Thank</a:t>
            </a:r>
            <a:r>
              <a:rPr sz="3200" b="1" spc="-55" dirty="0">
                <a:solidFill>
                  <a:srgbClr val="FFFFFF"/>
                </a:solidFill>
                <a:latin typeface="Lucida Sans"/>
                <a:cs typeface="Lucida Sans"/>
              </a:rPr>
              <a:t> </a:t>
            </a:r>
            <a:r>
              <a:rPr sz="3200" b="1" dirty="0">
                <a:solidFill>
                  <a:srgbClr val="FFFFFF"/>
                </a:solidFill>
                <a:latin typeface="Lucida Sans"/>
                <a:cs typeface="Lucida Sans"/>
              </a:rPr>
              <a:t>you</a:t>
            </a:r>
            <a:endParaRPr sz="3200">
              <a:latin typeface="Lucida Sans"/>
              <a:cs typeface="Lucida Sans"/>
            </a:endParaRPr>
          </a:p>
        </p:txBody>
      </p:sp>
      <p:sp>
        <p:nvSpPr>
          <p:cNvPr id="5" name="Marcador de número de diapositiva 4">
            <a:extLst>
              <a:ext uri="{FF2B5EF4-FFF2-40B4-BE49-F238E27FC236}">
                <a16:creationId xmlns:a16="http://schemas.microsoft.com/office/drawing/2014/main" id="{B052DA19-AD24-7D24-2AE9-51F8F5A7F5E0}"/>
              </a:ext>
            </a:extLst>
          </p:cNvPr>
          <p:cNvSpPr>
            <a:spLocks noGrp="1"/>
          </p:cNvSpPr>
          <p:nvPr>
            <p:ph type="sldNum" sz="quarter" idx="7"/>
          </p:nvPr>
        </p:nvSpPr>
        <p:spPr/>
        <p:txBody>
          <a:bodyPr/>
          <a:lstStyle/>
          <a:p>
            <a:fld id="{B6F15528-21DE-4FAA-801E-634DDDAF4B2B}" type="slidenum">
              <a:rPr lang="es-ES" smtClean="0"/>
              <a:t>30</a:t>
            </a:fld>
            <a:endParaRPr lang="es-E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00"/>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Tema d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3.xml><?xml version="1.0" encoding="utf-8"?>
<a:theme xmlns:a="http://schemas.openxmlformats.org/drawingml/2006/main" name="Tema d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
  <TotalTime>1086</TotalTime>
  <Words>1866</Words>
  <Application>Microsoft Office PowerPoint</Application>
  <PresentationFormat>Widescreen</PresentationFormat>
  <Paragraphs>202</Paragraphs>
  <Slides>30</Slides>
  <Notes>27</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30</vt:i4>
      </vt:variant>
    </vt:vector>
  </HeadingPairs>
  <TitlesOfParts>
    <vt:vector size="36" baseType="lpstr">
      <vt:lpstr>Aptos</vt:lpstr>
      <vt:lpstr>Arial</vt:lpstr>
      <vt:lpstr>Calibri</vt:lpstr>
      <vt:lpstr>Lucida Sans</vt:lpstr>
      <vt:lpstr>Wingdings</vt:lpstr>
      <vt:lpstr>Office Theme</vt:lpstr>
      <vt:lpstr>PowerPoint Presentation</vt:lpstr>
      <vt:lpstr>Instructions General</vt:lpstr>
      <vt:lpstr>Learning outcome #1a – Notebook section 1. Technology “We will work with the demo UPVfab PDK. Let's view the layer distribution of this PDK”</vt:lpstr>
      <vt:lpstr>Learning outcome #1b – Notebook section 1. Technology – Directional coupler “Use your design results from Lab2 and Lab3 to create layout instances of your designed components: DCs, MMIs, MZIs &amp; Ring Resonators”</vt:lpstr>
      <vt:lpstr>Learning outcome #1b – Notebook section 1. Technology – MMI “Use your design results from Lab2 and Lab3 to create layout instances of your designed components: DCs, MMIs, MZIs &amp; Ring Resonators”</vt:lpstr>
      <vt:lpstr>Learning outcome #1b – Notebook section 1. Technology – MZI “Use your design results from Lab2 and Lab3 to create layout instances of your designed components: DCs, MMIs, MZIs &amp; Ring Resonators”</vt:lpstr>
      <vt:lpstr>Learning outcome #1b – Notebook section 1. Technology – Ring Resonator “Use your design results from Lab2 and Lab3 to create layout instances of your designed components: DCs, MMIs, MZIs &amp; Ring Resonators”</vt:lpstr>
      <vt:lpstr>Learning outcome #2a – Notebook section 2. Layout Fundamentals “Once that we have a working 'new' component, we shall convert it into a Cell. This will allow us to have a hierarchical design”</vt:lpstr>
      <vt:lpstr>Learning outcome #2a – Notebook section 2. Layout Fundamentals – DC “Use your design results from Lab2 and Lab3 to create layout instances of your designed components: DCs, MMIs, MZIs &amp; Ring Resonators”  Make cells for all your components</vt:lpstr>
      <vt:lpstr>Learning outcome #2a – Notebook section 2. Layout Fundamentals – MMI “Use your design results from Lab2 and Lab3 to create layout instances of your designed components: DCs, MMIs, MZIs &amp; Ring Resonators”  Make cells for all your components</vt:lpstr>
      <vt:lpstr>Learning outcome #2a – Notebook section 2. Layout Fundamentals –MZI “Use your design results from Lab2 and Lab3 to create layout instances of your designed components: DCs, MMIs, MZIs &amp; Ring Resonators”  Make cells for all your components</vt:lpstr>
      <vt:lpstr>Learning outcome #2a – Notebook section 2. Layout Fundamentals –MZI Unbalanced “Use your design results from Lab2 and Lab3 to create layout instances of your designed components: DCs, MMIs, MZIs &amp; Ring Resonators”  Make cells for all your components</vt:lpstr>
      <vt:lpstr>Learning outcome #2a – Notebook section 2. Layout Fundamentals – Ring resonator “Use your design results from Lab2 and Lab3 to create layout instances of your designed components: DCs, MMIs, MZIs &amp; Ring Resonators”  Make cells for all your components</vt:lpstr>
      <vt:lpstr>Learning outcome #3 – Notebook section 3. Complete layout</vt:lpstr>
      <vt:lpstr>Learning outcome #3 – Notebook section 3. Complete layout</vt:lpstr>
      <vt:lpstr>Learning outcome #3 – Notebook section 3. Complete layout</vt:lpstr>
      <vt:lpstr>Learning outcome #3 – Notebook section 3. Complete layout</vt:lpstr>
      <vt:lpstr>Learning outcome #4 – Notebook section 4. Exercises – Part a) </vt:lpstr>
      <vt:lpstr>Learning outcome #4 – Notebook section 4. Exercises – Part a) </vt:lpstr>
      <vt:lpstr>Learning outcome #4 – Notebook section 4. Exercises – Part a) </vt:lpstr>
      <vt:lpstr>Learning outcome #4 – Notebook section 4. Exercises – Part a) </vt:lpstr>
      <vt:lpstr>Learning outcome #4 – Notebook section 4. Exercises – Part a) </vt:lpstr>
      <vt:lpstr>Learning outcome #4 – Notebook section 4. Exercises – Part b)</vt:lpstr>
      <vt:lpstr>Learning outcome #4 – Notebook section 4. Exercises – Part b)</vt:lpstr>
      <vt:lpstr>Learning outcome #4 – Notebook section 4. Exercises – Part b)</vt:lpstr>
      <vt:lpstr>Learning outcome #4 – Notebook section 4. Exercises – Part c) </vt:lpstr>
      <vt:lpstr>Learning outcome #4 – Notebook section 4. Exercises – Part c)</vt:lpstr>
      <vt:lpstr>Learning outcome #4 – Notebook section 4. Exercises – Part c)</vt:lpstr>
      <vt:lpstr>Learning outcome #4 – Notebook section 4. Exercises – Part c) </vt:lpstr>
      <vt:lpstr>Thank you</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Presentación de PowerPoint</dc:title>
  <dc:creator>Mª Ester Calataytud</dc:creator>
  <cp:lastModifiedBy>Jaime Lloret Cuñat</cp:lastModifiedBy>
  <cp:revision>24</cp:revision>
  <dcterms:created xsi:type="dcterms:W3CDTF">2025-01-27T02:46:57Z</dcterms:created>
  <dcterms:modified xsi:type="dcterms:W3CDTF">2026-06-12T14:01:52Z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reated">
    <vt:filetime>2024-09-16T00:00:00Z</vt:filetime>
  </property>
  <property fmtid="{D5CDD505-2E9C-101B-9397-08002B2CF9AE}" pid="3" name="Creator">
    <vt:lpwstr>Microsoft® PowerPoint® 2016</vt:lpwstr>
  </property>
  <property fmtid="{D5CDD505-2E9C-101B-9397-08002B2CF9AE}" pid="4" name="LastSaved">
    <vt:filetime>2025-01-27T00:00:00Z</vt:filetime>
  </property>
</Properties>
</file>